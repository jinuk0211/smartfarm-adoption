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f615e4e7c3541e3" /><Relationship Type="http://schemas.openxmlformats.org/officeDocument/2006/relationships/extended-properties" Target="/docProps/app.xml" Id="R9c8d4063a9e449c5" /><Relationship Type="http://schemas.openxmlformats.org/officeDocument/2006/relationships/officeDocument" Target="/ppt/presentation.xml" Id="Ra85e716c5b17407f" /></Relationships>
</file>

<file path=ppt/presentation.xml><?xml version="1.0" encoding="utf-8"?>
<p:presentation xmlns:p="http://schemas.openxmlformats.org/presentationml/2006/main">
  <p:sldMasterIdLst>
    <p:sldMasterId xmlns:r="http://schemas.openxmlformats.org/officeDocument/2006/relationships" id="2147483648" r:id="Rfe9e1c06a42a4655"/>
  </p:sldMasterIdLst>
  <p:notesMasterIdLst>
    <p:notesMasterId xmlns:r="http://schemas.openxmlformats.org/officeDocument/2006/relationships" r:id="R77e0f1fb70c44bad"/>
  </p:notesMasterIdLst>
  <p:sldIdLst>
    <p:sldId xmlns:r="http://schemas.openxmlformats.org/officeDocument/2006/relationships" id="256" r:id="R87af9cd20ae245aa"/>
    <p:sldId xmlns:r="http://schemas.openxmlformats.org/officeDocument/2006/relationships" id="257" r:id="R54ac9aadefb84b60"/>
    <p:sldId xmlns:r="http://schemas.openxmlformats.org/officeDocument/2006/relationships" id="258" r:id="R5041599023024500"/>
    <p:sldId xmlns:r="http://schemas.openxmlformats.org/officeDocument/2006/relationships" id="259" r:id="Ra3eacaccb9fb40df"/>
    <p:sldId xmlns:r="http://schemas.openxmlformats.org/officeDocument/2006/relationships" id="260" r:id="Rcd0f8db64abc441b"/>
    <p:sldId xmlns:r="http://schemas.openxmlformats.org/officeDocument/2006/relationships" id="261" r:id="R284788a6a7b643ab"/>
    <p:sldId xmlns:r="http://schemas.openxmlformats.org/officeDocument/2006/relationships" id="262" r:id="R98a9685679604500"/>
    <p:sldId xmlns:r="http://schemas.openxmlformats.org/officeDocument/2006/relationships" id="263" r:id="R4b844b8e865a481d"/>
    <p:sldId xmlns:r="http://schemas.openxmlformats.org/officeDocument/2006/relationships" id="264" r:id="Rc60e056d1d4a4cb3"/>
    <p:sldId xmlns:r="http://schemas.openxmlformats.org/officeDocument/2006/relationships" id="265" r:id="R2d05820e4f9a4481"/>
    <p:sldId xmlns:r="http://schemas.openxmlformats.org/officeDocument/2006/relationships" id="266" r:id="R6d76964951cb4bc2"/>
    <p:sldId xmlns:r="http://schemas.openxmlformats.org/officeDocument/2006/relationships" id="267" r:id="R35c2599b00fc4237"/>
    <p:sldId xmlns:r="http://schemas.openxmlformats.org/officeDocument/2006/relationships" id="268" r:id="Rbb18dd75f16547cd"/>
    <p:sldId xmlns:r="http://schemas.openxmlformats.org/officeDocument/2006/relationships" id="269" r:id="R4264d67e78ab415b"/>
    <p:sldId xmlns:r="http://schemas.openxmlformats.org/officeDocument/2006/relationships" id="270" r:id="R1eee0d84ba564d43"/>
    <p:sldId xmlns:r="http://schemas.openxmlformats.org/officeDocument/2006/relationships" id="271" r:id="R7440a7c39d43407a"/>
    <p:sldId xmlns:r="http://schemas.openxmlformats.org/officeDocument/2006/relationships" id="272" r:id="R8cf6c244fa3b4b6c"/>
    <p:sldId xmlns:r="http://schemas.openxmlformats.org/officeDocument/2006/relationships" id="273" r:id="R7ff380e711f24aa6"/>
    <p:sldId xmlns:r="http://schemas.openxmlformats.org/officeDocument/2006/relationships" id="274" r:id="Rae662f6e5ed34a0b"/>
    <p:sldId xmlns:r="http://schemas.openxmlformats.org/officeDocument/2006/relationships" id="275" r:id="R7423455b2c58419a"/>
    <p:sldId xmlns:r="http://schemas.openxmlformats.org/officeDocument/2006/relationships" id="276" r:id="Re2df6cd2215a40c4"/>
    <p:sldId xmlns:r="http://schemas.openxmlformats.org/officeDocument/2006/relationships" id="277" r:id="Re152b637f1dc4bb9"/>
    <p:sldId xmlns:r="http://schemas.openxmlformats.org/officeDocument/2006/relationships" id="278" r:id="Ra80c5ce243ab45ba"/>
    <p:sldId xmlns:r="http://schemas.openxmlformats.org/officeDocument/2006/relationships" id="279" r:id="R7b090d4af7e848ea"/>
    <p:sldId xmlns:r="http://schemas.openxmlformats.org/officeDocument/2006/relationships" id="280" r:id="R3b9d50b2da384c74"/>
    <p:sldId xmlns:r="http://schemas.openxmlformats.org/officeDocument/2006/relationships" id="281" r:id="Rfd08f7908e544ea7"/>
    <p:sldId xmlns:r="http://schemas.openxmlformats.org/officeDocument/2006/relationships" id="282" r:id="Rfc1471593c2943be"/>
    <p:sldId xmlns:r="http://schemas.openxmlformats.org/officeDocument/2006/relationships" id="283" r:id="Rca685cf0454e40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565ab247d347f3" /><Relationship Type="http://schemas.openxmlformats.org/officeDocument/2006/relationships/slideMaster" Target="/ppt/slideMasters/slideMaster1.xml" Id="Rfe9e1c06a42a4655" /><Relationship Type="http://schemas.openxmlformats.org/officeDocument/2006/relationships/notesMaster" Target="/ppt/notesMasters/notesMaster1.xml" Id="R77e0f1fb70c44bad" /><Relationship Type="http://schemas.openxmlformats.org/officeDocument/2006/relationships/presProps" Target="/ppt/presProps.xml" Id="Rd4bd83ca61314737" /><Relationship Type="http://schemas.openxmlformats.org/officeDocument/2006/relationships/tableStyles" Target="/ppt/tableStyles.xml" Id="R856ccb4768784089" /><Relationship Type="http://schemas.openxmlformats.org/officeDocument/2006/relationships/slide" Target="/ppt/slides/slide1.xml" Id="R87af9cd20ae245aa" /><Relationship Type="http://schemas.openxmlformats.org/officeDocument/2006/relationships/slide" Target="/ppt/slides/slide2.xml" Id="R54ac9aadefb84b60" /><Relationship Type="http://schemas.openxmlformats.org/officeDocument/2006/relationships/slide" Target="/ppt/slides/slide3.xml" Id="R5041599023024500" /><Relationship Type="http://schemas.openxmlformats.org/officeDocument/2006/relationships/slide" Target="/ppt/slides/slide4.xml" Id="Ra3eacaccb9fb40df" /><Relationship Type="http://schemas.openxmlformats.org/officeDocument/2006/relationships/slide" Target="/ppt/slides/slide5.xml" Id="Rcd0f8db64abc441b" /><Relationship Type="http://schemas.openxmlformats.org/officeDocument/2006/relationships/slide" Target="/ppt/slides/slide6.xml" Id="R284788a6a7b643ab" /><Relationship Type="http://schemas.openxmlformats.org/officeDocument/2006/relationships/slide" Target="/ppt/slides/slide7.xml" Id="R98a9685679604500" /><Relationship Type="http://schemas.openxmlformats.org/officeDocument/2006/relationships/slide" Target="/ppt/slides/slide8.xml" Id="R4b844b8e865a481d" /><Relationship Type="http://schemas.openxmlformats.org/officeDocument/2006/relationships/slide" Target="/ppt/slides/slide9.xml" Id="Rc60e056d1d4a4cb3" /><Relationship Type="http://schemas.openxmlformats.org/officeDocument/2006/relationships/slide" Target="/ppt/slides/slide10.xml" Id="R2d05820e4f9a4481" /><Relationship Type="http://schemas.openxmlformats.org/officeDocument/2006/relationships/slide" Target="/ppt/slides/slide11.xml" Id="R6d76964951cb4bc2" /><Relationship Type="http://schemas.openxmlformats.org/officeDocument/2006/relationships/slide" Target="/ppt/slides/slide12.xml" Id="R35c2599b00fc4237" /><Relationship Type="http://schemas.openxmlformats.org/officeDocument/2006/relationships/slide" Target="/ppt/slides/slide13.xml" Id="Rbb18dd75f16547cd" /><Relationship Type="http://schemas.openxmlformats.org/officeDocument/2006/relationships/slide" Target="/ppt/slides/slide14.xml" Id="R4264d67e78ab415b" /><Relationship Type="http://schemas.openxmlformats.org/officeDocument/2006/relationships/slide" Target="/ppt/slides/slide15.xml" Id="R1eee0d84ba564d43" /><Relationship Type="http://schemas.openxmlformats.org/officeDocument/2006/relationships/slide" Target="/ppt/slides/slide16.xml" Id="R7440a7c39d43407a" /><Relationship Type="http://schemas.openxmlformats.org/officeDocument/2006/relationships/slide" Target="/ppt/slides/slide17.xml" Id="R8cf6c244fa3b4b6c" /><Relationship Type="http://schemas.openxmlformats.org/officeDocument/2006/relationships/slide" Target="/ppt/slides/slide18.xml" Id="R7ff380e711f24aa6" /><Relationship Type="http://schemas.openxmlformats.org/officeDocument/2006/relationships/slide" Target="/ppt/slides/slide19.xml" Id="Rae662f6e5ed34a0b" /><Relationship Type="http://schemas.openxmlformats.org/officeDocument/2006/relationships/slide" Target="/ppt/slides/slide20.xml" Id="R7423455b2c58419a" /><Relationship Type="http://schemas.openxmlformats.org/officeDocument/2006/relationships/slide" Target="/ppt/slides/slide21.xml" Id="Re2df6cd2215a40c4" /><Relationship Type="http://schemas.openxmlformats.org/officeDocument/2006/relationships/slide" Target="/ppt/slides/slide22.xml" Id="Re152b637f1dc4bb9" /><Relationship Type="http://schemas.openxmlformats.org/officeDocument/2006/relationships/slide" Target="/ppt/slides/slide23.xml" Id="Ra80c5ce243ab45ba" /><Relationship Type="http://schemas.openxmlformats.org/officeDocument/2006/relationships/slide" Target="/ppt/slides/slide24.xml" Id="R7b090d4af7e848ea" /><Relationship Type="http://schemas.openxmlformats.org/officeDocument/2006/relationships/slide" Target="/ppt/slides/slide25.xml" Id="R3b9d50b2da384c74" /><Relationship Type="http://schemas.openxmlformats.org/officeDocument/2006/relationships/slide" Target="/ppt/slides/slide26.xml" Id="Rfd08f7908e544ea7" /><Relationship Type="http://schemas.openxmlformats.org/officeDocument/2006/relationships/slide" Target="/ppt/slides/slide27.xml" Id="Rfc1471593c2943be" /><Relationship Type="http://schemas.openxmlformats.org/officeDocument/2006/relationships/slide" Target="/ppt/slides/slide28.xml" Id="Rca685cf0454e40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f60aaa89eb46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ac95829a24402d" /><Relationship Type="http://schemas.openxmlformats.org/officeDocument/2006/relationships/notesMaster" Target="/ppt/notesMasters/notesMaster1.xml" Id="R9f0cea05b09c48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34703395ce42dd" /><Relationship Type="http://schemas.openxmlformats.org/officeDocument/2006/relationships/notesMaster" Target="/ppt/notesMasters/notesMaster1.xml" Id="Reed9f12c0b0642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2013ed39344a96" /><Relationship Type="http://schemas.openxmlformats.org/officeDocument/2006/relationships/notesMaster" Target="/ppt/notesMasters/notesMaster1.xml" Id="Ra37dc569acda40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0d94ec99b9416e" /><Relationship Type="http://schemas.openxmlformats.org/officeDocument/2006/relationships/notesMaster" Target="/ppt/notesMasters/notesMaster1.xml" Id="R22d6242dafa748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877f47ffaa4f6f" /><Relationship Type="http://schemas.openxmlformats.org/officeDocument/2006/relationships/notesMaster" Target="/ppt/notesMasters/notesMaster1.xml" Id="R1bc4266a35d646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87d71bf7234f77" /><Relationship Type="http://schemas.openxmlformats.org/officeDocument/2006/relationships/notesMaster" Target="/ppt/notesMasters/notesMaster1.xml" Id="R9987f7771cbb47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f223704e654039" /><Relationship Type="http://schemas.openxmlformats.org/officeDocument/2006/relationships/notesMaster" Target="/ppt/notesMasters/notesMaster1.xml" Id="Rf4e802973a5a47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79f40493154691" /><Relationship Type="http://schemas.openxmlformats.org/officeDocument/2006/relationships/notesMaster" Target="/ppt/notesMasters/notesMaster1.xml" Id="R8be77f0eff8142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94332ef1894072" /><Relationship Type="http://schemas.openxmlformats.org/officeDocument/2006/relationships/notesMaster" Target="/ppt/notesMasters/notesMaster1.xml" Id="R59060f21d99343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f3f42e19244f90" /><Relationship Type="http://schemas.openxmlformats.org/officeDocument/2006/relationships/notesMaster" Target="/ppt/notesMasters/notesMaster1.xml" Id="R9c075f38cb9047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0c3cf02f9047bc" /><Relationship Type="http://schemas.openxmlformats.org/officeDocument/2006/relationships/notesMaster" Target="/ppt/notesMasters/notesMaster1.xml" Id="R447918a25d874c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f1ead234d44d5d" /><Relationship Type="http://schemas.openxmlformats.org/officeDocument/2006/relationships/notesMaster" Target="/ppt/notesMasters/notesMaster1.xml" Id="R7cb163a190ad42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f6149c26914562" /><Relationship Type="http://schemas.openxmlformats.org/officeDocument/2006/relationships/notesMaster" Target="/ppt/notesMasters/notesMaster1.xml" Id="R3f2089677c0549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e8a9b78f7a434b" /><Relationship Type="http://schemas.openxmlformats.org/officeDocument/2006/relationships/notesMaster" Target="/ppt/notesMasters/notesMaster1.xml" Id="Rb3c23673cff444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87c26952f64c60" /><Relationship Type="http://schemas.openxmlformats.org/officeDocument/2006/relationships/notesMaster" Target="/ppt/notesMasters/notesMaster1.xml" Id="Rfd87b0005e5b46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13b87da3684fa4" /><Relationship Type="http://schemas.openxmlformats.org/officeDocument/2006/relationships/notesMaster" Target="/ppt/notesMasters/notesMaster1.xml" Id="Rc8fddcaf111444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29f09fa847a481d" /><Relationship Type="http://schemas.openxmlformats.org/officeDocument/2006/relationships/notesMaster" Target="/ppt/notesMasters/notesMaster1.xml" Id="R81cac58ff65f4b4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1007abf1ec4813" /><Relationship Type="http://schemas.openxmlformats.org/officeDocument/2006/relationships/notesMaster" Target="/ppt/notesMasters/notesMaster1.xml" Id="Rf4471098096849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da6063417b4d74" /><Relationship Type="http://schemas.openxmlformats.org/officeDocument/2006/relationships/notesMaster" Target="/ppt/notesMasters/notesMaster1.xml" Id="R46f849456a77481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f58f883490437a" /><Relationship Type="http://schemas.openxmlformats.org/officeDocument/2006/relationships/notesMaster" Target="/ppt/notesMasters/notesMaster1.xml" Id="R865dc4d09e3543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08a24aaf7d41a3" /><Relationship Type="http://schemas.openxmlformats.org/officeDocument/2006/relationships/notesMaster" Target="/ppt/notesMasters/notesMaster1.xml" Id="R1afd39c88b9146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19de805b74f4de3" /><Relationship Type="http://schemas.openxmlformats.org/officeDocument/2006/relationships/notesMaster" Target="/ppt/notesMasters/notesMaster1.xml" Id="R6ae7da1c7b5c46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609d350ff34557" /><Relationship Type="http://schemas.openxmlformats.org/officeDocument/2006/relationships/notesMaster" Target="/ppt/notesMasters/notesMaster1.xml" Id="Rb2c2be77859749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cc24691e55f4c24" /><Relationship Type="http://schemas.openxmlformats.org/officeDocument/2006/relationships/notesMaster" Target="/ppt/notesMasters/notesMaster1.xml" Id="R3a832b74637f442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b5c9fc3b3654285" /><Relationship Type="http://schemas.openxmlformats.org/officeDocument/2006/relationships/notesMaster" Target="/ppt/notesMasters/notesMaster1.xml" Id="Rbbb3b1fea18344e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d7ce7bcd6141d9" /><Relationship Type="http://schemas.openxmlformats.org/officeDocument/2006/relationships/notesMaster" Target="/ppt/notesMasters/notesMaster1.xml" Id="R31bd31afd3294d6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27a7f702d44949" /><Relationship Type="http://schemas.openxmlformats.org/officeDocument/2006/relationships/notesMaster" Target="/ppt/notesMasters/notesMaster1.xml" Id="R8c5cbfefd9b045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d8cda918105470b" /><Relationship Type="http://schemas.openxmlformats.org/officeDocument/2006/relationships/notesMaster" Target="/ppt/notesMasters/notesMaster1.xml" Id="R6f2526315cf740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데이터 분석·활용 경진대회 제안. 공개자료 실험과 DSZ 명세 기반 실행 경로를 구분한다. 자료 확인 2026-10-11. 표지 사진은 설명용 생성 이미지이며 실제 농가 사진이 아니다. 딸기는 대표 시연 품목이며 매출 모델은 5품목을 지원한다.</a:t>
            </a:r>
          </a:p>
          <a:p xmlns:a="http://schemas.openxmlformats.org/drawingml/2006/main">
            <a:r>
              <a:t>reports/planning_connection_validation.md</a:t>
            </a:r>
          </a:p>
          <a:p xmlns:a="http://schemas.openxmlformats.org/drawingml/2006/main">
            <a:r>
              <a:t>이미지 출처: assets/hero_greenhouse.png</a:t>
            </a:r>
          </a:p>
          <a:p xmlns:a="http://schemas.openxmlformats.org/drawingml/2006/main">
            <a:r>
              <a:t>설명용 생성 이미지: 딸기 온실의 계획 검토 장면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reports/full_process_delivery.md</a:t>
            </a:r>
          </a:p>
          <a:p xmlns:a="http://schemas.openxmlformats.org/drawingml/2006/main">
            <a:r>
              <a:t>reports/planning_connection_validation.md</a:t>
            </a:r>
          </a:p>
          <a:p xmlns:a="http://schemas.openxmlformats.org/drawingml/2006/main">
            <a:r>
              <a:t>이미지 출처: assets/planning_table.png</a:t>
            </a:r>
          </a:p>
          <a:p xmlns:a="http://schemas.openxmlformats.org/drawingml/2006/main">
            <a:r>
              <a:t>설명용 생성 이미지: 온실 계획 도면과 계산기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reports/dsz_schema_contract.md</a:t>
            </a:r>
          </a:p>
          <a:p xmlns:a="http://schemas.openxmlformats.org/drawingml/2006/main">
            <a:r>
              <a:t>reports/dsz_model_method.md</a:t>
            </a:r>
          </a:p>
          <a:p xmlns:a="http://schemas.openxmlformats.org/drawingml/2006/main">
            <a:r>
              <a:t>config/dsz_schema.json</a:t>
            </a:r>
          </a:p>
          <a:p xmlns:a="http://schemas.openxmlformats.org/drawingml/2006/main">
            <a:r>
              <a:t>src/dsz_data.py</a:t>
            </a:r>
          </a:p>
          <a:p xmlns:a="http://schemas.openxmlformats.org/drawingml/2006/main">
            <a:r>
              <a:t>scripts/connect_dsz_economics.py</a:t>
            </a:r>
          </a:p>
          <a:p xmlns:a="http://schemas.openxmlformats.org/drawingml/2006/main">
            <a:r>
              <a:t>출하량과 총수입은 각각 유효한 목표값으로 독립 학습한다. 한쪽 결측은 다른 목표값을 삭제하는 이유가 아니다. 총수입은 비용을 차감하지 않은 기록 매출이며 순이익이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reports/dsz_schema_contract.md</a:t>
            </a:r>
          </a:p>
          <a:p xmlns:a="http://schemas.openxmlformats.org/drawingml/2006/main">
            <a:r>
              <a:t>DEMO-A와 날짜는 설명용 임의 예시. 실제 합성 80작기 실행 결과와도 별도. 시작일·종료일 포함 구간이 정확히 하나일 때만 연결하며 중복키·모호한 기간·잘못된 날짜는 사유를 남겨 제외.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reports/dsz_model_method.md</a:t>
            </a:r>
          </a:p>
          <a:p xmlns:a="http://schemas.openxmlformats.org/drawingml/2006/main">
            <a:r>
              <a:t>ITEM_NM→crop, AREA_NM→region, SACT_INTLCK_SPR_NM→greenhouse_type, HTHS_SCL_CN→greenhouse_size, HTHS_SFC→area_m2, FRMTM_BGNG_YMD→planned_start_year/planned_start_month. 실제 시설 속성이 사전 계획 상태를 뜻하는지 현장에서 확인 필요. 모형은 설명용 생성 이미지.</a:t>
            </a:r>
          </a:p>
          <a:p xmlns:a="http://schemas.openxmlformats.org/drawingml/2006/main">
            <a:r>
              <a:t>이미지 출처: assets/greenhouse_model.png</a:t>
            </a:r>
          </a:p>
          <a:p xmlns:a="http://schemas.openxmlformats.org/drawingml/2006/main">
            <a:r>
              <a:t>설명용 생성 이미지: 온실의 형태와 재배면적을 보여주는 모형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reports/planning_connection_validation.md</a:t>
            </a:r>
          </a:p>
          <a:p xmlns:a="http://schemas.openxmlformats.org/drawingml/2006/main">
            <a:r>
              <a:t>이미지 출처: assets/shipment_crate.png</a:t>
            </a:r>
          </a:p>
          <a:p xmlns:a="http://schemas.openxmlformats.org/drawingml/2006/main">
            <a:r>
              <a:t>설명용 생성 이미지: 출하량을 상징하는 딸기 상자</a:t>
            </a:r>
          </a:p>
          <a:p xmlns:a="http://schemas.openxmlformats.org/drawingml/2006/main">
            <a:r>
              <a:t>이미지 출처: assets/farm_ledger.png</a:t>
            </a:r>
          </a:p>
          <a:p xmlns:a="http://schemas.openxmlformats.org/drawingml/2006/main">
            <a:r>
              <a:t>설명용 생성 이미지: 총매출 기록을 상징하는 장부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reports/planning_connection_validation.md</a:t>
            </a:r>
          </a:p>
          <a:p xmlns:a="http://schemas.openxmlformats.org/drawingml/2006/main">
            <a:r>
              <a:t>reports/rda_acquisition.md</a:t>
            </a:r>
          </a:p>
          <a:p xmlns:a="http://schemas.openxmlformats.org/drawingml/2006/main">
            <a:r>
              <a:t>reports/inseason_model_notes.md</a:t>
            </a:r>
          </a:p>
          <a:p xmlns:a="http://schemas.openxmlformats.org/drawingml/2006/main">
            <a:r>
              <a:t>reports/price_forecast_notes.md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reports/planning_connection_validation.md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이미지 출처: assets/control_equipment.png</a:t>
            </a:r>
          </a:p>
          <a:p xmlns:a="http://schemas.openxmlformats.org/drawingml/2006/main">
            <a:r>
              <a:t>설명용 생성 이미지: 환경제어와 양액 공급 설비의 일반적 형태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표시 금액은 소수점 둘째자리 반올림이며 계산은 원 단위 값으로 수행하여 표시값끼리 뺀 결과와 0.01만원 차이가 날 수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근거 artifacts/planning_demo.json. 세 시나리오 입력 [{"name":"불리","yield_multiplier":0.9,"price_multiplier":0.8,"cash_cost_multiplier":1.1},{"name":"기준","yield_multiplier":1,"price_multiplier":1,"cash_cost_multiplier":1},{"name":"유리","yield_multiplier":1.1,"price_multiplier":1.2,"cash_cost_multiplier":0.9}]. 초기투자 회수는 가족노동 기회비용 차감 전 현금흐름. 10년, 할인율4%, 교체비0, 연간조건 고정. 민감도 가정 {"distribution":"independent symmetric triangular multipliers centered at 1","relative_half_widths":{"yield":0.1,"price":0.2,"cash_cost":0.1},"n_samples":2000,"seed":42,"correlation":"Independent yield/price/cash-cost factors; no estimated correlations","time_behavior":"Each draw remains constant over the full horizon, not independent annual shocks","fixed_inputs":"Capex, depreciation, baseline existing-operation cash flow, replacements and discount rate","interpretation":"Assumption-distribution percentiles, NOT calibrated confidence intervals or success probabilities","bep_definition":"Annual kg needed for undiscounted payback by the chosen horizon; family labor is separate","exclusions":["tax","financing cash flows","grants","working-capital changes","terminal resale value"]}. 모든 결과 [{"name":"불리","assumptions":{"name":"불리","yield_multiplier":0.9,"price_multiplier":0.8,"cash_cost_multiplier":1.1},"annual_yield_kg":3010.05,"farmgate_price_krw_per_kg":8694.4,"annual_revenue_krw":26170578.72,"annual_cash_operating_cost_krw":17592480.400000002,"annual_depreciation_krw":4789801,"annual_income_before_family_labor_krw":3788297.3199999966,"annual_family_labor_opportunity_cost_krw":12098260,"annual_income_after_family_labor_krw":-8309962.680000003,"annual_cash_surplus_before_replacements_krw":8578098.319999997,"annual_incremental_cash_flow_before_replacements_krw":8578098.319999997,"annual_incremental_income_krw":null,"maximum_capex_for_horizon_payback_krw":85780983.19999996,"maximum_capex_for_nonnegative_npv_krw":69576061.45858042,"required_annual_yield_for_horizon_payback_kg":3317.711446448289,"additional_yield_required_kg":307.66144644828864,"cash_flows_krw":[-112530300,8578098.319999997,8578098.319999997,8578098.319999997,8578098.319999997,8578098.319999997,8578098.319999997,8578098.319999997,8578098.319999997,8578098.319999997,8578098.319999997],"cumulative_cash_flows_krw":[-112530300,-103952201.68,-95374103.36000001,-86796005.04000002,-78217906.72000003,-69639808.40000004,-61061710.08000004,-52483611.76000005,-43905513.44000006,-35327415.120000064,-26749316.800000068],"payback_year":null,"recovered_by_horizon":false,"npv_krw":-42954238.54141958,"undiscounted_balance_krw":-26749316.800000068},{"name":"기준","assumptions":{"name":"기준","yield_multiplier":1,"price_multiplier":1,"cash_cost_multiplier":1},"annual_yield_kg":3344.5,"farmgate_price_krw_per_kg":10868,"annual_revenue_krw":36348026,"annual_cash_operating_cost_krw":15993164,"annual_depreciation_krw":4789801,"annual_income_before_family_labor_krw":15565061,"annual_family_labor_opportunity_cost_krw":12098260,"annual_income_after_family_labor_krw":3466801,"annual_cash_surplus_before_replacements_krw":20354862,"annual_incremental_cash_flow_before_replacements_krw":20354862,"annual_incremental_income_krw":null,"maximum_capex_for_horizon_payback_krw":203548620,"maximum_capex_for_nonnegative_npv_krw":165096164.285154,"required_annual_yield_for_horizon_payback_kg":2507.010857563489,"additional_yield_required_kg":0,"cash_flows_krw":[-112530300,20354862,20354862,20354862,20354862,20354862,20354862,20354862,20354862,20354862,20354862],"cumulative_cash_flows_krw":[-112530300,-92175438,-71820576,-51465714,-31110852,-10755990,9598872,29953734,50308596,70663458,91018320],"payback_year":6,"recovered_by_horizon":true,"npv_krw":52565864.28515403,"undiscounted_balance_krw":91018320},{"name":"유리","assumptions":{"name":"유리","yield_multiplier":1.1,"price_multiplier":1.2,"cash_cost_multiplier":0.9},"annual_yield_kg":3678.9500000000003,"farmgate_price_krw_per_kg":13041.6,"annual_revenue_krw":47979394.32000001,"annual_cash_operating_cost_krw":14393847.6,"annual_depreciation_krw":4789801,"annual_income_before_family_labor_krw":28795745.720000006,"annual_family_labor_opportunity_cost_krw":12098260,"annual_income_after_family_labor_krw":16697485.720000006,"annual_cash_surplus_before_replacements_krw":33585546.720000006,"annual_incremental_cash_flow_before_replacements_krw":33585546.720000006,"annual_incremental_income_krw":null,"maximum_capex_for_horizon_payback_krw":335855467.20000005,"maximum_capex_for_nonnegative_npv_krw":272408869.13857913,"required_annual_yield_for_horizon_payback_kg":1966.5437983069562,"additional_yield_required_kg":0,"cash_flows_krw":[-112530300,33585546.720000006,33585546.720000006,33585546.720000006,33585546.720000006,33585546.720000006,33585546.720000006,33585546.720000006,33585546.720000006,33585546.720000006,33585546.720000006],"cumulative_cash_flows_krw":[-112530300,-78944753.28,-45359206.559999995,-11773659.839999989,21811886.880000018,55397433.600000024,88982980.32000002,122568527.04000002,156154073.76000002,189739620.48000002,223325167.20000002],"payback_year":4,"recovered_by_horizon":true,"npv_krw":159878569.13857913,"undiscounted_balance_krw":223325167.20000002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reports/inseason_model_notes.md</a:t>
            </a:r>
          </a:p>
          <a:p xmlns:a="http://schemas.openxmlformats.org/drawingml/2006/main">
            <a:r>
              <a:t>공개 생육 2529행·환경9774행. 초장252관측→187방문 평균. 정확히7일 간격40쌍21시설. 현재/직전변화/달력9개와 이전7/28일 온습도CO2 평균/최저/최고/유효개수24개로33후보. 동일 개체 성장량이 아니라 시설·방문 표본 평균 초장 목표. 미래 정보 제외, 5시설 분할, 독립 미래검증 없음. MAE/RMSE:현재값36.08/45.92,생육Cat32.61/41.11,환경Cat34.79/43.04,환경XGB34.59/42.30. 도입 전 투자모델과 별개. 실제 일사량·외부기온·특보·태풍 원자료는 이 실험에 없음.</a:t>
            </a:r>
          </a:p>
          <a:p xmlns:a="http://schemas.openxmlformats.org/drawingml/2006/main">
            <a:r>
              <a:t>이미지 출처: assets/sensor_closeup.png</a:t>
            </a:r>
          </a:p>
          <a:p xmlns:a="http://schemas.openxmlformats.org/drawingml/2006/main">
            <a:r>
              <a:t>설명용 생성 이미지: 딸기 온실의 환경 센서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reports/price_forecast_notes.md</a:t>
            </a:r>
          </a:p>
          <a:p xmlns:a="http://schemas.openxmlformats.org/drawingml/2006/main">
            <a:r>
              <a:t>reports/planning_connection_validation.md</a:t>
            </a:r>
          </a:p>
          <a:p xmlns:a="http://schemas.openxmlformats.org/drawingml/2006/main">
            <a:r>
              <a:t>전체 KAMIS 월 가격814개 중 원/kg 가격574개, 품목·품종·등급별12개 시계열. 2025평가106개관측월, 결측·비거래월을0으로치환하지 않음. WAPE선택24.09%,계절기준20.47%. 도매가격은농가수취가격과구분.</a:t>
            </a:r>
          </a:p>
          <a:p xmlns:a="http://schemas.openxmlformats.org/drawingml/2006/main">
            <a:r>
              <a:t>이미지 출처: assets/wholesale_market.png</a:t>
            </a:r>
          </a:p>
          <a:p xmlns:a="http://schemas.openxmlformats.org/drawingml/2006/main">
            <a:r>
              <a:t>설명용 생성 이미지: 과일 도매 유통 공간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reports/planning_connection_validation.md</a:t>
            </a:r>
          </a:p>
          <a:p xmlns:a="http://schemas.openxmlformats.org/drawingml/2006/main">
            <a:r>
              <a:t>2026-10-17 현재 실제 앱 캡처. 품목 딸기, 공개자료 분류 시설딸기, 계획면적1000㎡,예정재배연도2026,품종설향,시설유형비닐,농가모델지역전라남도,보성군,정식월9. 공개 모델은8개후보입력이며DSZ모델7개입력과다름. 화면의기준지역전국은연간소득조사비용참고구분이며농가모델지역전라남도와역할이다름. 공개 총매출의 최종선택법은 품목별 면적당 중앙값이므로 품목과 면적을 사용한다. 원본 캡처 전체는 별도보존하고설정폼만확대했다. 캡처아래표시된작기예측4244.3kg은XGBoost출력이며다음슬라이드집계기준3344.5kg시연과다르다.</a:t>
            </a:r>
          </a:p>
          <a:p xmlns:a="http://schemas.openxmlformats.org/drawingml/2006/main">
            <a:r>
              <a:t>이미지 출처: assets/app_farm_model_input_verified_20261017.jpg</a:t>
            </a:r>
          </a:p>
          <a:p xmlns:a="http://schemas.openxmlformats.org/drawingml/2006/main">
            <a:r>
              <a:t>2026-10-17 실제 공개자료 농가 작기 모델 입력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reports/planning_connection_validation.md</a:t>
            </a:r>
          </a:p>
          <a:p xmlns:a="http://schemas.openxmlformats.org/drawingml/2006/main">
            <a:r>
              <a:t>2026-10-17 실제 앱에서 딸기계획예시를 불러와 같은조건으로재계산했다.1000㎡·연1작기·historical_median참고2행·집계수량3344.5kg·농가수취단가10868원/kg. 초기투자11253.0만원,가족노동반영연소득346.7만원,가족노동차감전현금흐름회수6년말확인. 현재 농가XGBoost모델예측으로산출한시연이아니다. 실제앱에서계산근거JSON을내려받아입력가정과결과를함께확인할수있다. 원본캡처는별도보존하고지표와그래프부분을확대했다. 모델연결예시는검증보고서에출하량4244.35kg→매출46127585원,총매출모델32991977원직접연결로별도기록되어있다.</a:t>
            </a:r>
          </a:p>
          <a:p xmlns:a="http://schemas.openxmlformats.org/drawingml/2006/main">
            <a:r>
              <a:t>이미지 출처: assets/app_result_verified_20261017.jpg</a:t>
            </a:r>
          </a:p>
          <a:p xmlns:a="http://schemas.openxmlformats.org/drawingml/2006/main">
            <a:r>
              <a:t>2026-10-17 실제 앱 결과 화면, 집계 참고값 시연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reports/dsz_onsite_guide.md</a:t>
            </a:r>
          </a:p>
          <a:p xmlns:a="http://schemas.openxmlformats.org/drawingml/2006/main">
            <a:r>
              <a:t>reports/dsz_schema_contract.md</a:t>
            </a:r>
          </a:p>
          <a:p xmlns:a="http://schemas.openxmlformats.org/drawingml/2006/main">
            <a:r>
              <a:t>reports/planning_connection_validation.md</a:t>
            </a:r>
          </a:p>
          <a:p xmlns:a="http://schemas.openxmlformats.org/drawingml/2006/main">
            <a:r>
              <a:t>실제 미개방 원자료 외부 확보0행,합성40시설80작기동작검증. 이미지 일반PC생성컨셉이며 실제대구안심구역사진아님.</a:t>
            </a:r>
          </a:p>
          <a:p xmlns:a="http://schemas.openxmlformats.org/drawingml/2006/main">
            <a:r>
              <a:t>이미지 출처: assets/offline_workstation.png</a:t>
            </a:r>
          </a:p>
          <a:p xmlns:a="http://schemas.openxmlformats.org/drawingml/2006/main">
            <a:r>
              <a:t>설명용 생성 이미지: 현장 분석용 일반적인 PC 공간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reports/dsz_schema_contract.md</a:t>
            </a:r>
          </a:p>
          <a:p xmlns:a="http://schemas.openxmlformats.org/drawingml/2006/main">
            <a:r>
              <a:t>근거 부록</a:t>
            </a:r>
          </a:p>
          <a:p xmlns:a="http://schemas.openxmlformats.org/drawingml/2006/main">
            <a:r>
              <a:t>농정원 11종 데이터의 현재 사용 범위. DZ_002와 DZ_004는 예측 모델에 필요한 연결·학습 구조를 구현했다. DZ_001·003·005·006·007은 컬럼·자료형·키 검사만 구현했으며 현재 도입 전 모델 입력이 아니다. DZ_008·009는 공통 시설ID 연결 키가 없고, DZ_010·011은 작물 도입 분석과 별도 거래 자료여서 제외했다. 모든 대회 자료의 실제 분석·성능은 현장 확인 전이며, 품목별 실제 표본 수는 명세만으로 알 수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reports/dsz_schema_contract.md</a:t>
            </a:r>
          </a:p>
          <a:p xmlns:a="http://schemas.openxmlformats.org/drawingml/2006/main">
            <a:r>
              <a:t>config/dsz_schema.json</a:t>
            </a:r>
          </a:p>
          <a:p xmlns:a="http://schemas.openxmlformats.org/drawingml/2006/main">
            <a:r>
              <a:t>data/raw/dsz/epis_columns_user_supplied.txt</a:t>
            </a:r>
          </a:p>
          <a:p xmlns:a="http://schemas.openxmlformats.org/drawingml/2006/main">
            <a:r>
              <a:t>근거 부록</a:t>
            </a:r>
          </a:p>
          <a:p xmlns:a="http://schemas.openxmlformats.org/drawingml/2006/main">
            <a:r>
              <a:t>DZ_001~007의 79개 필드를 반영했다. 아래 목록은 원명세에 따른 전체 필드명, 의미, 자료형, 단위, 키이다.</a:t>
            </a:r>
          </a:p>
          <a:p xmlns:a="http://schemas.openxmlformats.org/drawingml/2006/main">
            <a:r>
              <a:t>전체 필드 목록</a:t>
            </a:r>
          </a:p>
          <a:p xmlns:a="http://schemas.openxmlformats.org/drawingml/2006/main">
            <a:r>
              <a:t>DZ_001 스마트팜 우수농가 정보(환경)</a:t>
            </a:r>
          </a:p>
          <a:p xmlns:a="http://schemas.openxmlformats.org/drawingml/2006/main">
            <a:r>
              <a:t>FRMTM_YR | 작기연도 | VARCHAR2(4) | 년 | PK1</a:t>
            </a:r>
          </a:p>
          <a:p xmlns:a="http://schemas.openxmlformats.org/drawingml/2006/main">
            <a:r>
              <a:t>FCLT_ID | 시설ID | VARCHAR2(20) | N/A | PK2</a:t>
            </a:r>
          </a:p>
          <a:p xmlns:a="http://schemas.openxmlformats.org/drawingml/2006/main">
            <a:r>
              <a:t>MSRM_DT | 측정일시 | DATE | 일시 | PK3</a:t>
            </a:r>
          </a:p>
          <a:p xmlns:a="http://schemas.openxmlformats.org/drawingml/2006/main">
            <a:r>
              <a:t>INR_CO2_QTY_MRCNT | 내부CO2량측정결과수 | NUMBER(10,2) | ppm | —</a:t>
            </a:r>
          </a:p>
          <a:p xmlns:a="http://schemas.openxmlformats.org/drawingml/2006/main">
            <a:r>
              <a:t>DWPNT_TMPRT_MRCNT | 이슬점온도측정결과수 | NUMBER(10,2) | 도 | —</a:t>
            </a:r>
          </a:p>
          <a:p xmlns:a="http://schemas.openxmlformats.org/drawingml/2006/main">
            <a:r>
              <a:t>INR_HMDT_MRCNT | 내부습도측정결과수 | NUMBER(10,2) | ％ | —</a:t>
            </a:r>
          </a:p>
          <a:p xmlns:a="http://schemas.openxmlformats.org/drawingml/2006/main">
            <a:r>
              <a:t>ERTH_HMDT_MRCNT | 대지습도측정결과수 | NUMBER(10,2) | ％ | —</a:t>
            </a:r>
          </a:p>
          <a:p xmlns:a="http://schemas.openxmlformats.org/drawingml/2006/main">
            <a:r>
              <a:t>RNFAL_MRCNT | 강우량측정결과수 | NUMBER(10,2) | mm | —</a:t>
            </a:r>
          </a:p>
          <a:p xmlns:a="http://schemas.openxmlformats.org/drawingml/2006/main">
            <a:r>
              <a:t>SLRDQTY_MRCNT | 일사량측정결과수 | NUMBER(10,2) | W/m-2·s | —</a:t>
            </a:r>
          </a:p>
          <a:p xmlns:a="http://schemas.openxmlformats.org/drawingml/2006/main">
            <a:r>
              <a:t>EXTRNL_TMPRT_MRCNT | 외부온도측정결과수 | NUMBER(10,2) | 도 | —</a:t>
            </a:r>
          </a:p>
          <a:p xmlns:a="http://schemas.openxmlformats.org/drawingml/2006/main">
            <a:r>
              <a:t>INR_TMPRT_MRCNT | 내부온도측정결과수 | NUMBER(10,2) | 도 | —</a:t>
            </a:r>
          </a:p>
          <a:p xmlns:a="http://schemas.openxmlformats.org/drawingml/2006/main">
            <a:r>
              <a:t>ERTH_TMPRT_MRCNT | 대지온도측정결과수 | NUMBER(10,2) | 도 | —</a:t>
            </a:r>
          </a:p>
          <a:p xmlns:a="http://schemas.openxmlformats.org/drawingml/2006/main">
            <a:r>
              <a:t>EXTRNL_WNDDRT_MRCNT | 외부풍향측정결과수 | NUMBER(10,2) | 도 | —</a:t>
            </a:r>
          </a:p>
          <a:p xmlns:a="http://schemas.openxmlformats.org/drawingml/2006/main">
            <a:r>
              <a:t>EXTRNL_WNDSPD_MRCNT | 외부풍속측정결과수 | NUMBER(10,2) | m/s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DZ_002 스마트팜 우수농가 정보(시설)</a:t>
            </a:r>
          </a:p>
          <a:p xmlns:a="http://schemas.openxmlformats.org/drawingml/2006/main">
            <a:r>
              <a:t>FRMTM_SNO | 작기일련번호 | NUMBER(13) | N/A | PK1</a:t>
            </a:r>
          </a:p>
          <a:p xmlns:a="http://schemas.openxmlformats.org/drawingml/2006/main">
            <a:r>
              <a:t>FRMTM_YR | 작기연도 | VARCHAR2(4) | 년 | —</a:t>
            </a:r>
          </a:p>
          <a:p xmlns:a="http://schemas.openxmlformats.org/drawingml/2006/main">
            <a:r>
              <a:t>FCLT_ID | 시설ID | VARCHAR2(20) | N/A | —</a:t>
            </a:r>
          </a:p>
          <a:p xmlns:a="http://schemas.openxmlformats.org/drawingml/2006/main">
            <a:r>
              <a:t>ITEM_NM | 품목명 | VARCHAR2(200) | N/A | —</a:t>
            </a:r>
          </a:p>
          <a:p xmlns:a="http://schemas.openxmlformats.org/drawingml/2006/main">
            <a:r>
              <a:t>AREA_NM | 지역명 | VARCHAR2(200) | N/A | —</a:t>
            </a:r>
          </a:p>
          <a:p xmlns:a="http://schemas.openxmlformats.org/drawingml/2006/main">
            <a:r>
              <a:t>SACT_INTLCK_SPR_NM | 단동연동구분명 | VARCHAR2(200) | N/A | —</a:t>
            </a:r>
          </a:p>
          <a:p xmlns:a="http://schemas.openxmlformats.org/drawingml/2006/main">
            <a:r>
              <a:t>HTHS_SCL_CN | 온실규모내용 | VARCHAR2(4000) | N/A | —</a:t>
            </a:r>
          </a:p>
          <a:p xmlns:a="http://schemas.openxmlformats.org/drawingml/2006/main">
            <a:r>
              <a:t>FRMTM_BGNG_YMD | 작기시작일자 | VARCHAR2(8) | 일 | —</a:t>
            </a:r>
          </a:p>
          <a:p xmlns:a="http://schemas.openxmlformats.org/drawingml/2006/main">
            <a:r>
              <a:t>FRMTM_END_YMD | 작기종료일자 | VARCHAR2(8) | 일 | —</a:t>
            </a:r>
          </a:p>
          <a:p xmlns:a="http://schemas.openxmlformats.org/drawingml/2006/main">
            <a:r>
              <a:t>HTHS_SFC | 온실면적 | NUMBER(17,3) | ㎡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DZ_003 스마트팜 우수농가 정보(생육)</a:t>
            </a:r>
          </a:p>
          <a:p xmlns:a="http://schemas.openxmlformats.org/drawingml/2006/main">
            <a:r>
              <a:t>FRMTM_YR | 작기연도 | VARCHAR2(4) | 년 | PK1</a:t>
            </a:r>
          </a:p>
          <a:p xmlns:a="http://schemas.openxmlformats.org/drawingml/2006/main">
            <a:r>
              <a:t>FCLT_ID | 시설ID | VARCHAR2(20) | N/A | PK2</a:t>
            </a:r>
          </a:p>
          <a:p xmlns:a="http://schemas.openxmlformats.org/drawingml/2006/main">
            <a:r>
              <a:t>EXMN_YMD | 조사일자 | DATE(8) | 일 | PK3</a:t>
            </a:r>
          </a:p>
          <a:p xmlns:a="http://schemas.openxmlformats.org/drawingml/2006/main">
            <a:r>
              <a:t>SMPL_SNO | 표본일련번호 | NUMBER(13) | N/A | PK4</a:t>
            </a:r>
          </a:p>
          <a:p xmlns:a="http://schemas.openxmlformats.org/drawingml/2006/main">
            <a:r>
              <a:t>GRDV_NOFWK | 생육주수 | NUMBER(10) | 주 | PK5</a:t>
            </a:r>
          </a:p>
          <a:p xmlns:a="http://schemas.openxmlformats.org/drawingml/2006/main">
            <a:r>
              <a:t>FLVS_MMUNT_MRCNT | 초장밀리미터단위측정결과수 | NUMBER(10,2) | mm | —</a:t>
            </a:r>
          </a:p>
          <a:p xmlns:a="http://schemas.openxmlformats.org/drawingml/2006/main">
            <a:r>
              <a:t>LFLN_CMUNT_MRCNT | 엽장센티미터단위측정결과수 | NUMBER(10,2) | cm | —</a:t>
            </a:r>
          </a:p>
          <a:p xmlns:a="http://schemas.openxmlformats.org/drawingml/2006/main">
            <a:r>
              <a:t>LFWD_CMUNT_MRCNT | 엽폭센티미터단위측정결과수 | NUMBER(10,2) | cm | —</a:t>
            </a:r>
          </a:p>
          <a:p xmlns:a="http://schemas.openxmlformats.org/drawingml/2006/main">
            <a:r>
              <a:t>ILFLN_CMUNT_MRCNT | 엽병장센티미터단위측정결과수 | NUMBER(10,2) | cm | —</a:t>
            </a:r>
          </a:p>
          <a:p xmlns:a="http://schemas.openxmlformats.org/drawingml/2006/main">
            <a:r>
              <a:t>LF_MRCNT | 엽측정결과수 | NUMBER(10,2) | 개 | —</a:t>
            </a:r>
          </a:p>
          <a:p xmlns:a="http://schemas.openxmlformats.org/drawingml/2006/main">
            <a:r>
              <a:t>DMTR_MMUNT_MRCNT | 관부직경밀리미터단위측정결과수 | NUMBER(10,2) | mm | —</a:t>
            </a:r>
          </a:p>
          <a:p xmlns:a="http://schemas.openxmlformats.org/drawingml/2006/main">
            <a:r>
              <a:t>SFLWR_MRCNT | 소화측정결과수 | NUMBER(10,2) | 개 | —</a:t>
            </a:r>
          </a:p>
          <a:p xmlns:a="http://schemas.openxmlformats.org/drawingml/2006/main">
            <a:r>
              <a:t>FSTNG_MRCNT | 착과측정결과수 | NUMBER(10,2) | 개 | —</a:t>
            </a:r>
          </a:p>
          <a:p xmlns:a="http://schemas.openxmlformats.org/drawingml/2006/main">
            <a:r>
              <a:t>LAST_FGRP_SNO | 최종화방일련번호 | NUMBER(13) | 번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DZ_004 스마트팜 우수농가 정보(경영조사)</a:t>
            </a:r>
          </a:p>
          <a:p xmlns:a="http://schemas.openxmlformats.org/drawingml/2006/main">
            <a:r>
              <a:t>EXMN_SNO | 조사일련번호 | NUMBER(13) | N/A | PK1</a:t>
            </a:r>
          </a:p>
          <a:p xmlns:a="http://schemas.openxmlformats.org/drawingml/2006/main">
            <a:r>
              <a:t>EXMN_YMD | 조사일자 | VARCHAR2(8) | 일 | —</a:t>
            </a:r>
          </a:p>
          <a:p xmlns:a="http://schemas.openxmlformats.org/drawingml/2006/main">
            <a:r>
              <a:t>FCLT_ID | 시설ID | VARCHAR2(20) | N/A | —</a:t>
            </a:r>
          </a:p>
          <a:p xmlns:a="http://schemas.openxmlformats.org/drawingml/2006/main">
            <a:r>
              <a:t>ALL_SHPMNT_KGUNT_QTY | 총출하킬로그램단위량 | NUMBER(20) | kg | —</a:t>
            </a:r>
          </a:p>
          <a:p xmlns:a="http://schemas.openxmlformats.org/drawingml/2006/main">
            <a:r>
              <a:t>ALL_INCM_AMT | 총수입금액 | NUMBER(17,2) | 원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DZ_005 스마트팜 우수농가 정보(기상)</a:t>
            </a:r>
          </a:p>
          <a:p xmlns:a="http://schemas.openxmlformats.org/drawingml/2006/main">
            <a:r>
              <a:t>FCLT_ID | 시설ID | VARCHAR2(20) | N/A | PK1</a:t>
            </a:r>
          </a:p>
          <a:p xmlns:a="http://schemas.openxmlformats.org/drawingml/2006/main">
            <a:r>
              <a:t>OBSV_PNT_CDCN | 관측지점코드내용 | VARCHAR2(100) | N/A | PK2</a:t>
            </a:r>
          </a:p>
          <a:p xmlns:a="http://schemas.openxmlformats.org/drawingml/2006/main">
            <a:r>
              <a:t>OBSV_YMD | 관측일자 | VARCHAR2(8) | 일 | PK3</a:t>
            </a:r>
          </a:p>
          <a:p xmlns:a="http://schemas.openxmlformats.org/drawingml/2006/main">
            <a:r>
              <a:t>OBSV_PNT_NM | 관측지점명 | VARCHAR2(200) | 명칭 | —</a:t>
            </a:r>
          </a:p>
          <a:p xmlns:a="http://schemas.openxmlformats.org/drawingml/2006/main">
            <a:r>
              <a:t>TOP_TMPRT_MSRVL | 최고온도측정값 | NUMBER(12) | 도 | —</a:t>
            </a:r>
          </a:p>
          <a:p xmlns:a="http://schemas.openxmlformats.org/drawingml/2006/main">
            <a:r>
              <a:t>LOWST_TMPRT_MSRVL | 최저온도측정값 | NUMBER(12) | 도 | —</a:t>
            </a:r>
          </a:p>
          <a:p xmlns:a="http://schemas.openxmlformats.org/drawingml/2006/main">
            <a:r>
              <a:t>MAX_WNDSPD_MSRVL | 최대풍속측정값 | NUMBER(12) | m/s | —</a:t>
            </a:r>
          </a:p>
          <a:p xmlns:a="http://schemas.openxmlformats.org/drawingml/2006/main">
            <a:r>
              <a:t>DD_AVG_DWPTMP_MSRVL | 일평균이슬점온도측정값 | NUMBER(12) | 도 | —</a:t>
            </a:r>
          </a:p>
          <a:p xmlns:a="http://schemas.openxmlformats.org/drawingml/2006/main">
            <a:r>
              <a:t>STR_DT | 적재일시 | DATE | 일시 | —</a:t>
            </a:r>
          </a:p>
          <a:p xmlns:a="http://schemas.openxmlformats.org/drawingml/2006/main">
            <a:r>
              <a:t>STR_USERID | 적재사용자ID | VARCHAR2(20) | N/A | —</a:t>
            </a:r>
          </a:p>
          <a:p xmlns:a="http://schemas.openxmlformats.org/drawingml/2006/main">
            <a:r>
              <a:t/>
            </a:r>
          </a:p>
          <a:p xmlns:a="http://schemas.openxmlformats.org/drawingml/2006/main">
            <a:r>
              <a:t>DZ_006 스마트팜 우수농가 정보(기상특보)</a:t>
            </a:r>
          </a:p>
          <a:p xmlns:a="http://schemas.openxmlformats.org/drawingml/2006/main">
            <a:r>
              <a:t>FCLT_ID | 시설ID | VARCHAR2(20) | N/A | PK1</a:t>
            </a:r>
          </a:p>
          <a:p xmlns:a="http://schemas.openxmlformats.org/drawingml/2006/main">
            <a:r>
              <a:t>OBSV_PNT_CDCN | 관측지점코드내용 | VARCHAR2(100) | N/A | PK2</a:t>
            </a:r>
          </a:p>
          <a:p xmlns:a="http://schemas.openxmlformats.org/drawingml/2006/main">
            <a:r>
              <a:t>PRSTN_DT | 발표일시 | DATE | 일시 | PK3</a:t>
            </a:r>
          </a:p>
          <a:p xmlns:a="http://schemas.openxmlformats.org/drawingml/2006/main">
            <a:r>
              <a:t>OBSV_PNT_NM | 관측지점명 | VARCHAR2(200) | N/A | —</a:t>
            </a:r>
          </a:p>
          <a:p xmlns:a="http://schemas.openxmlformats.org/drawingml/2006/main">
            <a:r>
              <a:t>PRSTN_CN | 발표내용 | VARCHAR2(4000) | N/A | —</a:t>
            </a:r>
          </a:p>
          <a:p xmlns:a="http://schemas.openxmlformats.org/drawingml/2006/main">
            <a:r>
              <a:t>NOTE_CN | 비고내용 | VARCHAR2(4000) | N/A | —</a:t>
            </a:r>
          </a:p>
          <a:p xmlns:a="http://schemas.openxmlformats.org/drawingml/2006/main">
            <a:r>
              <a:t>STR_DT | 적재일시 | DATE | 일시 | —</a:t>
            </a:r>
          </a:p>
          <a:p xmlns:a="http://schemas.openxmlformats.org/drawingml/2006/main">
            <a:r>
              <a:t>STR_USERID | 적재사용자ID | VARCHAR2(20) | N/A | —</a:t>
            </a:r>
          </a:p>
          <a:p xmlns:a="http://schemas.openxmlformats.org/drawingml/2006/main">
            <a:r>
              <a:t/>
            </a:r>
          </a:p>
          <a:p xmlns:a="http://schemas.openxmlformats.org/drawingml/2006/main">
            <a:r>
              <a:t>DZ_007 스마트팜 우수농가 정보(태풍)</a:t>
            </a:r>
          </a:p>
          <a:p xmlns:a="http://schemas.openxmlformats.org/drawingml/2006/main">
            <a:r>
              <a:t>FCLT_ID | 시설ID | VARCHAR2(20) | N/A | PK1</a:t>
            </a:r>
          </a:p>
          <a:p xmlns:a="http://schemas.openxmlformats.org/drawingml/2006/main">
            <a:r>
              <a:t>OBSV_PNT_CDCN | 관측지점코드내용 | VARCHAR2(100) | N/A | PK2</a:t>
            </a:r>
          </a:p>
          <a:p xmlns:a="http://schemas.openxmlformats.org/drawingml/2006/main">
            <a:r>
              <a:t>TPHN_ENG_NM | 태풍영문명 | VARCHAR2(200) | N/A | PK3</a:t>
            </a:r>
          </a:p>
          <a:p xmlns:a="http://schemas.openxmlformats.org/drawingml/2006/main">
            <a:r>
              <a:t>OBSV_DT | 관측일시 | DATE | 일 | PK4</a:t>
            </a:r>
          </a:p>
          <a:p xmlns:a="http://schemas.openxmlformats.org/drawingml/2006/main">
            <a:r>
              <a:t>OBSV_PNT_NM | 관측지점명 | VARCHAR2(200) | N/A | —</a:t>
            </a:r>
          </a:p>
          <a:p xmlns:a="http://schemas.openxmlformats.org/drawingml/2006/main">
            <a:r>
              <a:t>TPHN_NM | 태풍명 | VARCHAR2(200) | N/A | —</a:t>
            </a:r>
          </a:p>
          <a:p xmlns:a="http://schemas.openxmlformats.org/drawingml/2006/main">
            <a:r>
              <a:t>TPHN_EXPCT_CN | 태풍예상내용 | VARCHAR2(4000) | N/A | —</a:t>
            </a:r>
          </a:p>
          <a:p xmlns:a="http://schemas.openxmlformats.org/drawingml/2006/main">
            <a:r>
              <a:t>MAX_WNDSPD_MSRVL | 최대풍속측정값 | NUMBER(12) | m/s | —</a:t>
            </a:r>
          </a:p>
          <a:p xmlns:a="http://schemas.openxmlformats.org/drawingml/2006/main">
            <a:r>
              <a:t>STR_DT | 적재일시 | DATE | 일시 | —</a:t>
            </a:r>
          </a:p>
          <a:p xmlns:a="http://schemas.openxmlformats.org/drawingml/2006/main">
            <a:r>
              <a:t>STR_USERID | 적재사용자ID | VARCHAR2(20) | N/A |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reports/dsz_schema_contract.md</a:t>
            </a:r>
          </a:p>
          <a:p xmlns:a="http://schemas.openxmlformats.org/drawingml/2006/main">
            <a:r>
              <a:t>근거 부록</a:t>
            </a:r>
          </a:p>
          <a:p xmlns:a="http://schemas.openxmlformats.org/drawingml/2006/main">
            <a:r>
              <a:t>집계 정책 1: 작기당 1개 기록은 정확히 한 조사 행이 연결될 때 사용하며 그 기록을 작기 총량 후보로 간주한다. 집계 정책 2: 증분 합계는 중복되지 않는 유효 조사값을 합산하며, 각 값의 기간이 서로 겹치지 않는다고 가정한다. 집계 정책 3: 최신 누계는 가장 늦은 날짜의 유일한 행을 사용하며, 최신 값이 이전 기록을 포함한 누계라고 가정한다. 명세의 “총출하량”만으로 완결된 작기 총량을 보증할 수 없다. 집계 가정과 target_period_confirmed=false를 결과에 남긴다. 0은 보존하고 결측을 0으로 바꾸지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reports/rda_acquisition.md</a:t>
            </a:r>
          </a:p>
          <a:p xmlns:a="http://schemas.openxmlformats.org/drawingml/2006/main">
            <a:r>
              <a:t>reports/logged_in_acquisition.md</a:t>
            </a:r>
          </a:p>
          <a:p xmlns:a="http://schemas.openxmlformats.org/drawingml/2006/main">
            <a:r>
              <a:t>reports/api_ready.md</a:t>
            </a:r>
          </a:p>
          <a:p xmlns:a="http://schemas.openxmlformats.org/drawingml/2006/main">
            <a:r>
              <a:t>reports/adp_schema_audit.md</a:t>
            </a:r>
          </a:p>
          <a:p xmlns:a="http://schemas.openxmlformats.org/drawingml/2006/main">
            <a:r>
              <a:t>reports/climate_normals_acquisition.md</a:t>
            </a:r>
          </a:p>
          <a:p xmlns:a="http://schemas.openxmlformats.org/drawingml/2006/main">
            <a:r>
              <a:t>근거 부록</a:t>
            </a:r>
          </a:p>
          <a:p xmlns:a="http://schemas.openxmlformats.org/drawingml/2006/main">
            <a:r>
              <a:t>확보 규모와 표본 단위는 자료별로 다르며 합산 농가 수로 제시하지 않는다. RDA 소득조사는 2020–2024년 266집계행이며 연간 생산·비용 기준으로 사용한다. 스마트팜코리아 API는 238시설·651작기의 시설·작기 메타데이터를 확인했다. API 생산 자료는 161작기, 비용 자료는 7작기, 양쪽이 있는 자료는 2작기이므로 완전한 농가별 이익 자료가 아니다. 농가 큐레이션은 딸기 400행과 지역 1,474행에서 정제 후 작기 단위 모델을 구성했다. ADP는 237작기·생산 45,730행이며 170작기의 첫 출하 기록 시점 실험에 사용했다. KAMIS는 814가격 중 kg 가격 574개, 기후평년은 2,628지점·월(219지점×12개월)이다.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reports/planning_connection_validation.md</a:t>
            </a:r>
          </a:p>
          <a:p xmlns:a="http://schemas.openxmlformats.org/drawingml/2006/main">
            <a:r>
              <a:t>근거 부록</a:t>
            </a:r>
          </a:p>
          <a:p xmlns:a="http://schemas.openxmlformats.org/drawingml/2006/main">
            <a:r>
              <a:t>현재 계획 모델은 별도 확인 표본으로 평가했다. 딸기 출하량은 기존 77작기·61시설에서 단위 검토 1건을 보류한 76작기·61시설이다. 5품목 총매출은 기존 192작기·146시설에서 매출 검토 1건과 면적 미확인 2건을 보류한 189작기·143시설이다. 최종 학습 선택은 딸기 XGBoost, 총매출 면적당 중앙값이다. 현재 표본의 성능을 원자료 전체 성능으로 바꾸어 제시하지 않는다. 매출 면적은 API의 유일한 시설·작기 연결과 양수 면적 일치로 확인했다.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MODEL_RESULTS.md</a:t>
            </a:r>
          </a:p>
          <a:p xmlns:a="http://schemas.openxmlformats.org/drawingml/2006/main">
            <a:r>
              <a:t>reports/strawberry_curation_experiment.md</a:t>
            </a:r>
          </a:p>
          <a:p xmlns:a="http://schemas.openxmlformats.org/drawingml/2006/main">
            <a:r>
              <a:t>근거 부록</a:t>
            </a:r>
          </a:p>
          <a:p xmlns:a="http://schemas.openxmlformats.org/drawingml/2006/main">
            <a:r>
              <a:t>딸기 출하량의 기존 실험. 단위는 MAE kg이다. 원값 포함 77작기 / 극단값 1행을 제외한 민감도 76작기 순서: 총량 중앙값 197,068.39 / 7,628.08; 정식월 중앙값 197,109.06 / 7,667.42; 면적당 중앙값 196,077.67 / 6,723.21; CatBoost 204,962.56 / 6,097.98; XGBoost 195,256.36 / 5,927.04; LimiX-2 400M 198,689.64 / 5,046.72. 같은 시설을 학습·평가에 분리하지 않는 시설 단위 5분할이며, 최신 중첩 검증과 다른 실험이다. 이 민감도 결과를 현재 계획 모델의 중첩 검증 성능으로 제시하지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MODEL_RESULTS.md</a:t>
            </a:r>
          </a:p>
          <a:p xmlns:a="http://schemas.openxmlformats.org/drawingml/2006/main">
            <a:r>
              <a:t>reports/regional_curation_experiment.md</a:t>
            </a:r>
          </a:p>
          <a:p xmlns:a="http://schemas.openxmlformats.org/drawingml/2006/main">
            <a:r>
              <a:t>근거 부록</a:t>
            </a:r>
          </a:p>
          <a:p xmlns:a="http://schemas.openxmlformats.org/drawingml/2006/main">
            <a:r>
              <a:t>총매출의 기존 실험. 단위는 MAE 원이다. 원값 포함 192작기 / 민감도 191작기 순서: 품목 중앙값 1,351,697,295.22 / 137,555,705.07; 품목·정식월 중앙값 1,356,436,487.57 / 141,299,880.69; CatBoost 1,503,627,777.40 / 141,328,654.49; XGBoost 1,354,889,249.39 / 137,039,942.10; LimiX-2 400M 1,388,682,810.84 / 139,363,691.67. 기존 실험은 면적 단위 충돌로 면적을 입력에서 제외했다. 민감도 191작기와 현재 면적 확인 모델 189작기는 서로 다른 표본이며 동일 성능 결과로 취급하지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MODEL_RESULTS.md</a:t>
            </a:r>
          </a:p>
          <a:p xmlns:a="http://schemas.openxmlformats.org/drawingml/2006/main">
            <a:r>
              <a:t>reports/limix_experiment.md</a:t>
            </a:r>
          </a:p>
          <a:p xmlns:a="http://schemas.openxmlformats.org/drawingml/2006/main">
            <a:r>
              <a:t>근거 부록</a:t>
            </a:r>
          </a:p>
          <a:p xmlns:a="http://schemas.openxmlformats.org/drawingml/2006/main">
            <a:r>
              <a:t>단위는 RDA 생산량 MAE kg/1,000㎡, ADP 첫 출하 기록 MAE 일이다. 중앙값 기준 775.67 / 20.52; XGBoost 1,241.64 / 20.81; CatBoost 1,483.48 / 22.41; LimiX-2 400M 1,440.97 / 20.63. RDA는 2024년 지역 집계 평가, ADP는 170작기·127그룹이다. 서로 다른 단위의 점수를 합산하지 않는다.</a:t>
            </a:r>
          </a:p>
          <a:p xmlns:a="http://schemas.openxmlformats.org/drawingml/2006/main">
            <a:r>
              <a:t>LimiX 실제 파라미터 406,222,100개. 전처리와 내부 정규화의 학습행 불변성 확인. CPU 기본 경로와 별개. 대회 환경 호환성·반입은 현장 확인 필요. Built with StableAI LimiX.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reports/equipment_catalog_notes.md</a:t>
            </a:r>
          </a:p>
          <a:p xmlns:a="http://schemas.openxmlformats.org/drawingml/2006/main">
            <a:r>
              <a:t>reports/equipment_source_check_2026-10-10.json</a:t>
            </a:r>
          </a:p>
          <a:p xmlns:a="http://schemas.openxmlformats.org/drawingml/2006/main">
            <a:r>
              <a:t>근거 부록</a:t>
            </a:r>
          </a:p>
          <a:p xmlns:a="http://schemas.openxmlformats.org/drawingml/2006/main">
            <a:r>
              <a:t>2026-10-10 확인 가격. CRONOUS-AV-CR01 기본 등록 가격 2,090.3만원: 온습도·CO₂·토양 센서 포함. 옹달샘300 기본 등록 가격 327만원: 선택 일사 센서 40만원. MAGMA1000V20 기본 등록 가격 1,500만원: 양액 공급 구성. 패키지에 포함된 부품을 다시 합산하지 않는다. 실제 설치 견적, 부가세 포함 여부, 면적별 수량·호환성·수명은 확인이 필요하다.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근거 부록</a:t>
            </a:r>
          </a:p>
          <a:p xmlns:a="http://schemas.openxmlformats.org/drawingml/2006/main">
            <a:r>
              <a:t>연간 소득 = 매출 − 감가상각 포함 경영비 − 가족노동 기회비용. 현금흐름 = 매출 − 현금 운영비 − 투자·교체 지출. 기준 예시: 매출 3,634.80만원, 경영비 2,078.30만원, 가족노동 1,209.83만원, 연소득 346.68만원. 신설은 전체 투자, 기존 시설 개량은 기존 유지 대비 차이로 해석한다. 세금·대출·보조금·운전자금·기말 처분가치는 이 시연에서 제외했다.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artifacts/planning_reference_scenarios.json. {"market_assumption":{"factor":1.0859887338098562,"crop":"딸기","variety":"설향","grade":"상품","method":"forecast_krw_per_kg","comparison":[{"month":1,"actual_2025_krw_per_kg":16452,"forecast_2026_krw_per_kg":18267.19466104195},{"month":2,"actual_2025_krw_per_kg":14333,"forecast_2026_krw_per_kg":15290.749000904},{"month":3,"actual_2025_krw_per_kg":10253,"forecast_2026_krw_per_kg":12088.859402846494},{"month":4,"actual_2025_krw_per_kg":8759,"forecast_2026_krw_per_kg":10330.928011570706},{"month":12,"actual_2025_krw_per_kg":20359,"forecast_2026_krw_per_kg":20210.89453280112}],"actual_mean_krw_per_kg":14031.2,"forecast_mean_krw_per_kg":15237.725121832855,"weighting":"Equal monthly weights, equivalent to assumed equal sold kg across chosen months","forecast_origin":"2025-12-31","forecast_year":2026,"interpretation":"User-chosen relative-change transfer to farmgate reference; not direct wholesale pricing or a current forecast"},"weather_assumption":{"condition":"저온","station_id":860,"station_name":"대구","month":1,"normal_period":"1991–2020","normal_mean_temperature_c":1.1,"normal_monthly_precipitation_mm":18.6,"user_yield_change_percent":-10,"user_cash_cost_change_percent":15,"scope":"annual_total_effect","interpretation":"평년 기후 참고 + 사용자 영향 가정. 미래 기상예보·학습된 영향 아님","source_url":"https://data.kma.go.kr/normals/info1.do"},"comparisons":[{"inputs":{"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기존 계획","price_multiplier":1,"yield_multiplier":1,"cash_cost_multiplier":1}],"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reference_scenario":{"market":null,"weather":null}},"results":{"mode":"new","area_m2":1000,"period_basis":"년1기작/10a","cycles_per_year":1,"initial_capex_krw":112530300,"horizon_years":10,"discount_rate":0.04,"scenarios":[{"name":"기존 계획","assumptions":{"name":"기존 계획","price_multiplier":1,"yield_multiplier":1,"cash_cost_multiplier":1},"annual_yield_kg":3344.5,"farmgate_price_krw_per_kg":10868,"annual_revenue_krw":36348026,"annual_cash_operating_cost_krw":15993164,"annual_depreciation_krw":4789801,"annual_income_before_family_labor_krw":15565061,"annual_family_labor_opportunity_cost_krw":12098260,"annual_income_after_family_labor_krw":3466801,"annual_cash_surplus_before_replacements_krw":20354862,"annual_incremental_cash_flow_before_replacements_krw":20354862,"annual_incremental_income_krw":null,"maximum_capex_for_horizon_payback_krw":203548620,"maximum_capex_for_nonnegative_npv_krw":165096164.285154,"required_annual_yield_for_horizon_payback_kg":2507.010857563489,"additional_yield_required_kg":0,"cash_flows_krw":[-112530300,20354862,20354862,20354862,20354862,20354862,20354862,20354862,20354862,20354862,20354862],"cumulative_cash_flows_krw":[-112530300,-92175438,-71820576,-51465714,-31110852,-10755990,9598872,29953734,50308596,70663458,91018320],"payback_year":6,"recovered_by_horizon":true,"npv_krw":52565864.28515403,"undiscounted_balance_krw":91018320}],"interpretation":"Assumption scenarios, not confidence intervals or causal equipment effects","exclusions":["tax","financing cash flows","grants","working-capital changes","terminal resale value"],"cost_note":"Operating cost includes depreciation; cash cost excludes it. Family labor is a separate opportunity cost."}},{"inputs":{"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도매가격 상대변화 적용 가정","price_multiplier":1.0859887338098562,"yield_multiplier":1,"cash_cost_multiplier":1}],"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reference_scenario":{"market":{"factor":1.0859887338098562,"crop":"딸기","variety":"설향","grade":"상품","method":"forecast_krw_per_kg","comparison":[{"month":1,"actual_2025_krw_per_kg":16452,"forecast_2026_krw_per_kg":18267.19466104195},{"month":2,"actual_2025_krw_per_kg":14333,"forecast_2026_krw_per_kg":15290.749000904},{"month":3,"actual_2025_krw_per_kg":10253,"forecast_2026_krw_per_kg":12088.859402846494},{"month":4,"actual_2025_krw_per_kg":8759,"forecast_2026_krw_per_kg":10330.928011570706},{"month":12,"actual_2025_krw_per_kg":20359,"forecast_2026_krw_per_kg":20210.89453280112}],"actual_mean_krw_per_kg":14031.2,"forecast_mean_krw_per_kg":15237.725121832855,"weighting":"Equal monthly weights, equivalent to assumed equal sold kg across chosen months","forecast_origin":"2025-12-31","forecast_year":2026,"interpretation":"User-chosen relative-change transfer to farmgate reference; not direct wholesale pricing or a current forecast"},"weather":null}},"results":{"mode":"new","area_m2":1000,"period_basis":"년1기작/10a","cycles_per_year":1,"initial_capex_krw":112530300,"horizon_years":10,"discount_rate":0.04,"scenarios":[{"name":"도매가격 상대변화 적용 가정","assumptions":{"name":"도매가격 상대변화 적용 가정","price_multiplier":1.0859887338098562,"yield_multiplier":1,"cash_cost_multiplier":1},"annual_yield_kg":3344.5,"farmgate_price_krw_per_kg":11802.525559045516,"annual_revenue_krw":39473546.73222773,"annual_cash_operating_cost_krw":15993164,"annual_depreciation_krw":4789801,"annual_income_before_family_labor_krw":18690581.732227728,"annual_family_labor_opportunity_cost_krw":12098260,"annual_income_after_family_labor_krw":6592321.732227728,"annual_cash_surplus_before_replacements_krw":23480382.732227728,"annual_incremental_cash_flow_before_replacements_krw":23480382.732227728,"annual_incremental_income_krw":null,"maximum_capex_for_horizon_payback_krw":234803827.32227728,"maximum_capex_for_nonnegative_npv_krw":190446937.20046654,"required_annual_yield_for_horizon_payback_kg":2308.5054011273355,"additional_yield_required_kg":0,"cash_flows_krw":[-112530300,23480382.732227728,23480382.732227728,23480382.732227728,23480382.732227728,23480382.732227728,23480382.732227728,23480382.732227728,23480382.732227728,23480382.732227728,23480382.732227728],"cumulative_cash_flows_krw":[-112530300,-89049917.26777227,-65569534.535544544,-42089151.80331682,-18608769.07108909,4871613.661138639,28351996.393366367,51832379.125594094,75312761.85782182,98793144.59004955,122273527.32227728],"payback_year":5,"recovered_by_horizon":true,"npv_krw":77916637.20046654,"undiscounted_balance_krw":122273527.32227728}],"interpretation":"Assumption scenarios, not confidence intervals or causal equipment effects","exclusions":["tax","financing cash flows","grants","working-capital changes","terminal resale value"],"cost_note":"Operating cost includes depreciation; cash cost excludes it. Family labor is a separate opportunity cost."}},{"inputs":{"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상대가격 + 저온 영향 가정","price_multiplier":1.0859887338098562,"yield_multiplier":0.9,"cash_cost_multiplier":1.15}],"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reference_scenario":{"market":{"factor":1.0859887338098562,"crop":"딸기","variety":"설향","grade":"상품","method":"forecast_krw_per_kg","comparison":[{"month":1,"actual_2025_krw_per_kg":16452,"forecast_2026_krw_per_kg":18267.19466104195},{"month":2,"actual_2025_krw_per_kg":14333,"forecast_2026_krw_per_kg":15290.749000904},{"month":3,"actual_2025_krw_per_kg":10253,"forecast_2026_krw_per_kg":12088.859402846494},{"month":4,"actual_2025_krw_per_kg":8759,"forecast_2026_krw_per_kg":10330.928011570706},{"month":12,"actual_2025_krw_per_kg":20359,"forecast_2026_krw_per_kg":20210.89453280112}],"actual_mean_krw_per_kg":14031.2,"forecast_mean_krw_per_kg":15237.725121832855,"weighting":"Equal monthly weights, equivalent to assumed equal sold kg across chosen months","forecast_origin":"2025-12-31","forecast_year":2026,"interpretation":"User-chosen relative-change transfer to farmgate reference; not direct wholesale pricing or a current forecast"},"weather":{"condition":"저온","station_id":860,"station_name":"대구","month":1,"normal_period":"1991–2020","normal_mean_temperature_c":1.1,"normal_monthly_precipitation_mm":18.6,"user_yield_change_percent":-10,"user_cash_cost_change_percent":15,"scope":"annual_total_effect","interpretation":"평년 기후 참고 + 사용자 영향 가정. 미래 기상예보·학습된 영향 아님","source_url":"https://data.kma.go.kr/normals/info1.do"}}},"results":{"mode":"new","area_m2":1000,"period_basis":"년1기작/10a","cycles_per_year":1,"initial_capex_krw":112530300,"horizon_years":10,"discount_rate":0.04,"scenarios":[{"name":"상대가격 + 저온 영향 가정","assumptions":{"name":"상대가격 + 저온 영향 가정","price_multiplier":1.0859887338098562,"yield_multiplier":0.9,"cash_cost_multiplier":1.15},"annual_yield_kg":3010.05,"farmgate_price_krw_per_kg":11802.525559045516,"annual_revenue_krw":35526192.059004955,"annual_cash_operating_cost_krw":18392138.599999998,"annual_depreciation_krw":4789801,"annual_income_before_family_labor_krw":12344252.459004957,"annual_family_labor_opportunity_cost_krw":12098260,"annual_income_after_family_labor_krw":245992.45900495723,"annual_cash_surplus_before_replacements_krw":17134053.459004957,"annual_incremental_cash_flow_before_replacements_krw":17134053.459004957,"annual_incremental_income_krw":null,"maximum_capex_for_horizon_payback_krw":171340534.59004956,"maximum_capex_for_nonnegative_npv_krw":138972521.88388672,"required_annual_yield_for_horizon_payback_kg":2511.7648296283323,"additional_yield_required_kg":0,"cash_flows_krw":[-112530300,17134053.459004957,17134053.459004957,17134053.459004957,17134053.459004957,17134053.459004957,17134053.459004957,17134053.459004957,17134053.459004957,17134053.459004957,17134053.459004957],"cumulative_cash_flows_krw":[-112530300,-95396246.54099505,-78262193.0819901,-61128139.62298514,-43994086.163980186,-26860032.70497523,-9725979.245970272,7408074.213034686,24542127.672039643,41676181.1310446,58810234.59004955],"payback_year":7,"recovered_by_horizon":true,"npv_krw":26442221.883886714,"undiscounted_balance_krw":58810234.59004955}],"interpretation":"Assumption scenarios, not confidence intervals or causal equipment effects","exclusions":["tax","financing cash flows","grants","working-capital changes","terminal resale value"],"cost_note":"Operating cost includes depreciation; cash cost excludes it. Family labor is a separate opportunity cost."}}],"interpretation":"조건별 계산 연결 시연. 도매-농가 상대변화 전달·날씨 영향 수치는 사용자 가정이며 정확도 검증된 2027년 예측이 아님","source_sha256":{"artifacts/price_forecast_metrics.json":"5c383aa1bd0c8787a249996124153775dd1a58da7caac3875d25df3607a41681","artifacts/price_forecast_holdout_predictions.csv":"6cac4483e2f25ef90b0f37a49e1922994607517c3e58645bcf6db067181b689c","artifacts/price_forecast_forecast.csv":"ac41c538800f5fcf4e4423d58d68953d1a3b64733bfa3f1e67b905dd3eca1493","data/processed/climate_normals_monthly.csv":"438bd0a350f970e2f31c0bc8ab540b51eb980d2fec03d81a93f1073cadb36aa9","src/scenario_assumptions.py":"0a0cd4be7116cd95475ca1f47d459d3c7de136d1aadf6a7db8e2525553d09944","scripts/run_reference_scenarios.py":"b9a84442f2e6ec293656a91c86054c4cdfc9fd263a5f6b67d3da832f36f7e00f"}}</a:t>
            </a:r>
          </a:p>
          <a:p xmlns:a="http://schemas.openxmlformats.org/drawingml/2006/main">
            <a:r>
              <a:t>reports/planning_reference_scenarios.json</a:t>
            </a:r>
          </a:p>
          <a:p xmlns:a="http://schemas.openxmlformats.org/drawingml/2006/main">
            <a:r>
              <a:t>근거 부록</a:t>
            </a:r>
          </a:p>
          <a:p xmlns:a="http://schemas.openxmlformats.org/drawingml/2006/main">
            <a:r>
              <a:t>가격 가정: 2025년 말 기준 2026년 전망의 5개월 평균 비율 1.08599배를 농가 수취단가에 전달했다. 기후 가정: 대구 1월 평년 1.1°C·강수 18.6mm를 참고하고 수량 −10%, 현금 운영비 +15%를 사용자가 설정했다. 두 가정을 적용한 결과는 가족노동 차감 후 소득 24.60만원, 가족노동 차감 전 현금흐름 기준 7년 회수이다. 실시간 기상예보나 2027년 가격 예측이 아니다. 기후 변화의 수확·비용 효과와 도매가격 전달률을 학습한 인과모델이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artifacts/planning_demo.json. 세 시나리오 입력 [{"name":"불리","yield_multiplier":0.9,"price_multiplier":0.8,"cash_cost_multiplier":1.1},{"name":"기준","yield_multiplier":1,"price_multiplier":1,"cash_cost_multiplier":1},{"name":"유리","yield_multiplier":1.1,"price_multiplier":1.2,"cash_cost_multiplier":0.9}]. 초기투자 회수는 가족노동 기회비용 차감 전 현금흐름. 10년, 할인율4%, 교체비0, 연간조건 고정. 민감도 가정 {"distribution":"independent symmetric triangular multipliers centered at 1","relative_half_widths":{"yield":0.1,"price":0.2,"cash_cost":0.1},"n_samples":2000,"seed":42,"correlation":"Independent yield/price/cash-cost factors; no estimated correlations","time_behavior":"Each draw remains constant over the full horizon, not independent annual shocks","fixed_inputs":"Capex, depreciation, baseline existing-operation cash flow, replacements and discount rate","interpretation":"Assumption-distribution percentiles, NOT calibrated confidence intervals or success probabilities","bep_definition":"Annual kg needed for undiscounted payback by the chosen horizon; family labor is separate","exclusions":["tax","financing cash flows","grants","working-capital changes","terminal resale value"]}. 모든 결과 [{"name":"불리","assumptions":{"name":"불리","yield_multiplier":0.9,"price_multiplier":0.8,"cash_cost_multiplier":1.1},"annual_yield_kg":3010.05,"farmgate_price_krw_per_kg":8694.4,"annual_revenue_krw":26170578.72,"annual_cash_operating_cost_krw":17592480.400000002,"annual_depreciation_krw":4789801,"annual_income_before_family_labor_krw":3788297.3199999966,"annual_family_labor_opportunity_cost_krw":12098260,"annual_income_after_family_labor_krw":-8309962.680000003,"annual_cash_surplus_before_replacements_krw":8578098.319999997,"annual_incremental_cash_flow_before_replacements_krw":8578098.319999997,"annual_incremental_income_krw":null,"maximum_capex_for_horizon_payback_krw":85780983.19999996,"maximum_capex_for_nonnegative_npv_krw":69576061.45858042,"required_annual_yield_for_horizon_payback_kg":3317.711446448289,"additional_yield_required_kg":307.66144644828864,"cash_flows_krw":[-112530300,8578098.319999997,8578098.319999997,8578098.319999997,8578098.319999997,8578098.319999997,8578098.319999997,8578098.319999997,8578098.319999997,8578098.319999997,8578098.319999997],"cumulative_cash_flows_krw":[-112530300,-103952201.68,-95374103.36000001,-86796005.04000002,-78217906.72000003,-69639808.40000004,-61061710.08000004,-52483611.76000005,-43905513.44000006,-35327415.120000064,-26749316.800000068],"payback_year":null,"recovered_by_horizon":false,"npv_krw":-42954238.54141958,"undiscounted_balance_krw":-26749316.800000068},{"name":"기준","assumptions":{"name":"기준","yield_multiplier":1,"price_multiplier":1,"cash_cost_multiplier":1},"annual_yield_kg":3344.5,"farmgate_price_krw_per_kg":10868,"annual_revenue_krw":36348026,"annual_cash_operating_cost_krw":15993164,"annual_depreciation_krw":4789801,"annual_income_before_family_labor_krw":15565061,"annual_family_labor_opportunity_cost_krw":12098260,"annual_income_after_family_labor_krw":3466801,"annual_cash_surplus_before_replacements_krw":20354862,"annual_incremental_cash_flow_before_replacements_krw":20354862,"annual_incremental_income_krw":null,"maximum_capex_for_horizon_payback_krw":203548620,"maximum_capex_for_nonnegative_npv_krw":165096164.285154,"required_annual_yield_for_horizon_payback_kg":2507.010857563489,"additional_yield_required_kg":0,"cash_flows_krw":[-112530300,20354862,20354862,20354862,20354862,20354862,20354862,20354862,20354862,20354862,20354862],"cumulative_cash_flows_krw":[-112530300,-92175438,-71820576,-51465714,-31110852,-10755990,9598872,29953734,50308596,70663458,91018320],"payback_year":6,"recovered_by_horizon":true,"npv_krw":52565864.28515403,"undiscounted_balance_krw":91018320},{"name":"유리","assumptions":{"name":"유리","yield_multiplier":1.1,"price_multiplier":1.2,"cash_cost_multiplier":0.9},"annual_yield_kg":3678.9500000000003,"farmgate_price_krw_per_kg":13041.6,"annual_revenue_krw":47979394.32000001,"annual_cash_operating_cost_krw":14393847.6,"annual_depreciation_krw":4789801,"annual_income_before_family_labor_krw":28795745.720000006,"annual_family_labor_opportunity_cost_krw":12098260,"annual_income_after_family_labor_krw":16697485.720000006,"annual_cash_surplus_before_replacements_krw":33585546.720000006,"annual_incremental_cash_flow_before_replacements_krw":33585546.720000006,"annual_incremental_income_krw":null,"maximum_capex_for_horizon_payback_krw":335855467.20000005,"maximum_capex_for_nonnegative_npv_krw":272408869.13857913,"required_annual_yield_for_horizon_payback_kg":1966.5437983069562,"additional_yield_required_kg":0,"cash_flows_krw":[-112530300,33585546.720000006,33585546.720000006,33585546.720000006,33585546.720000006,33585546.720000006,33585546.720000006,33585546.720000006,33585546.720000006,33585546.720000006,33585546.720000006],"cumulative_cash_flows_krw":[-112530300,-78944753.28,-45359206.559999995,-11773659.839999989,21811886.880000018,55397433.600000024,88982980.32000002,122568527.04000002,156154073.76000002,189739620.48000002,223325167.20000002],"payback_year":4,"recovered_by_horizon":true,"npv_krw":159878569.13857913,"undiscounted_balance_krw":223325167.20000002}].</a:t>
            </a:r>
          </a:p>
          <a:p xmlns:a="http://schemas.openxmlformats.org/drawingml/2006/main">
            <a:r>
              <a:t>reports/planning_connection_validation.md</a:t>
            </a:r>
          </a:p>
          <a:p xmlns:a="http://schemas.openxmlformats.org/drawingml/2006/main">
            <a:r>
              <a:t>reports/dsz_onsite_guide.md</a:t>
            </a:r>
          </a:p>
          <a:p xmlns:a="http://schemas.openxmlformats.org/drawingml/2006/main">
            <a:r>
              <a:t>근거 부록</a:t>
            </a:r>
          </a:p>
          <a:p xmlns:a="http://schemas.openxmlformats.org/drawingml/2006/main">
            <a:r>
              <a:t>민감도는 2,000회이며 수량 ±10%, 가격 ±20%, 현금비용 ±10%의 독립 삼각분포에서 뽑은 가정 조합이다. 10년 계산은 할인율 4%, 연간 조건 고정, 장비 교체비 0을 가정한다. 백분위는 가정에 따른 계산 결과의 분포이며 실제 성공확률이나 검증된 예측구간은 미확보 상태이다. 추가 확인 사항은 안심구역 원자료, 비용 기간, 실제 견적, 장비 도입 이력, 미래 연도·새 농가 검증이다. 각 장의 발표자 노트에 근거 파일과 상세 가정을 수록했다.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f52b959ff646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726a24496c41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317912cf0043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fc9d0f8a7940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46b2da49834b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b240908ea047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ACA88-D136-4B44-8D9C-6548E10B5E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93B9B2-567A-4890-BF10-D53375CEAF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D66E7F-56CF-4049-80C8-1679334FBF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6231ED-E801-48B5-B7D7-F97E385750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CACE15-DEDA-4ADA-9EFA-DBE724379E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CB67EE-B4EC-4D35-9197-C7A1F66884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709D66-6E3C-4B4A-A9C9-C40EBC82AF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C1133D-7292-40F0-9C12-08FFFC1C67D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F45B83-D9D7-4619-A4A1-55747E1B58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71FE3F-7E93-4AD4-ACD9-EE61046390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6405d291f34954" /><Relationship Type="http://schemas.openxmlformats.org/officeDocument/2006/relationships/slideLayout" Target="/ppt/slideLayouts/slideLayout1.xml" Id="Rd0ba08b67d7f4135" /><Relationship Type="http://schemas.openxmlformats.org/officeDocument/2006/relationships/slideLayout" Target="/ppt/slideLayouts/slideLayout2.xml" Id="R74d9e7a1c29b4c91" /><Relationship Type="http://schemas.openxmlformats.org/officeDocument/2006/relationships/slideLayout" Target="/ppt/slideLayouts/slideLayout3.xml" Id="Rcda1df2d795345ca" /><Relationship Type="http://schemas.openxmlformats.org/officeDocument/2006/relationships/slideLayout" Target="/ppt/slideLayouts/slideLayout4.xml" Id="R857253cbf01a47ae" /><Relationship Type="http://schemas.openxmlformats.org/officeDocument/2006/relationships/slideLayout" Target="/ppt/slideLayouts/slideLayout5.xml" Id="Rcac5535afacc4e5e" /><Relationship Type="http://schemas.openxmlformats.org/officeDocument/2006/relationships/slideLayout" Target="/ppt/slideLayouts/slideLayout6.xml" Id="R1486c34e0e8948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ba08b67d7f4135"/>
    <p:sldLayoutId xmlns:r="http://schemas.openxmlformats.org/officeDocument/2006/relationships" id="2147483650" r:id="R74d9e7a1c29b4c91"/>
    <p:sldLayoutId xmlns:r="http://schemas.openxmlformats.org/officeDocument/2006/relationships" id="2147483651" r:id="Rcda1df2d795345ca"/>
    <p:sldLayoutId xmlns:r="http://schemas.openxmlformats.org/officeDocument/2006/relationships" id="2147483652" r:id="R857253cbf01a47ae"/>
    <p:sldLayoutId xmlns:r="http://schemas.openxmlformats.org/officeDocument/2006/relationships" id="2147483653" r:id="Rcac5535afacc4e5e"/>
    <p:sldLayoutId xmlns:r="http://schemas.openxmlformats.org/officeDocument/2006/relationships" id="2147483654" r:id="R1486c34e0e8948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c741b7962544d7" /><Relationship Type="http://schemas.openxmlformats.org/officeDocument/2006/relationships/image" Target="/ppt/media/image.png" Id="R31e97c0bcd194229" /><Relationship Type="http://schemas.openxmlformats.org/officeDocument/2006/relationships/notesSlide" Target="/ppt/notesSlides/notesSlide1.xml" Id="Re1ee8ac5f55148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a79f4e1f5049cd" /><Relationship Type="http://schemas.openxmlformats.org/officeDocument/2006/relationships/image" Target="/ppt/media/image2.png" Id="R6281d17e041f4daa" /><Relationship Type="http://schemas.openxmlformats.org/officeDocument/2006/relationships/notesSlide" Target="/ppt/notesSlides/notesSlide2.xml" Id="Rf3f7f65ec04f40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84a41f94ba4aa5" /><Relationship Type="http://schemas.openxmlformats.org/officeDocument/2006/relationships/notesSlide" Target="/ppt/notesSlides/notesSlide3.xml" Id="R057aa8ad977847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81ee3dae3c49ed" /><Relationship Type="http://schemas.openxmlformats.org/officeDocument/2006/relationships/notesSlide" Target="/ppt/notesSlides/notesSlide4.xml" Id="R81b939294c814d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2467c0ce1d4e55" /><Relationship Type="http://schemas.openxmlformats.org/officeDocument/2006/relationships/image" Target="/ppt/media/image3.png" Id="Rb604abad009c4fd6" /><Relationship Type="http://schemas.openxmlformats.org/officeDocument/2006/relationships/notesSlide" Target="/ppt/notesSlides/notesSlide5.xml" Id="Ree7d178db41b41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2f47cab0964e8c" /><Relationship Type="http://schemas.openxmlformats.org/officeDocument/2006/relationships/image" Target="/ppt/media/image4.png" Id="Rb98b409c8b9c4856" /><Relationship Type="http://schemas.openxmlformats.org/officeDocument/2006/relationships/image" Target="/ppt/media/image5.png" Id="R02757c2d5ac24772" /><Relationship Type="http://schemas.openxmlformats.org/officeDocument/2006/relationships/notesSlide" Target="/ppt/notesSlides/notesSlide6.xml" Id="Rdd18fe7e7d7d4b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e1ca8fae3f4d9f" /><Relationship Type="http://schemas.openxmlformats.org/officeDocument/2006/relationships/notesSlide" Target="/ppt/notesSlides/notesSlide7.xml" Id="Rb750161bcb2d48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b55add9942f47e5" /><Relationship Type="http://schemas.openxmlformats.org/officeDocument/2006/relationships/chart" Target="/ppt/slides/charts/chart1.xml" Id="Rfca6dad5a4454b66" /><Relationship Type="http://schemas.openxmlformats.org/officeDocument/2006/relationships/chart" Target="/ppt/slides/charts/chart2.xml" Id="Rb6d0c4b3a07847de" /><Relationship Type="http://schemas.openxmlformats.org/officeDocument/2006/relationships/notesSlide" Target="/ppt/notesSlides/notesSlide8.xml" Id="Raa9ff3753ae74f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3014c8f2b649b2" /><Relationship Type="http://schemas.openxmlformats.org/officeDocument/2006/relationships/image" Target="/ppt/media/image6.png" Id="R62ce9ed8f9074a07" /><Relationship Type="http://schemas.openxmlformats.org/officeDocument/2006/relationships/notesSlide" Target="/ppt/notesSlides/notesSlide9.xml" Id="R67ebbebc129949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3a15cb76534f65" /><Relationship Type="http://schemas.openxmlformats.org/officeDocument/2006/relationships/notesSlide" Target="/ppt/notesSlides/notesSlide10.xml" Id="Rd841b5775f2945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79acc7e8ea4a08" /><Relationship Type="http://schemas.openxmlformats.org/officeDocument/2006/relationships/chart" Target="/ppt/slides/charts/chart3.xml" Id="Rc7daaca0806640b9" /><Relationship Type="http://schemas.openxmlformats.org/officeDocument/2006/relationships/notesSlide" Target="/ppt/notesSlides/notesSlide11.xml" Id="R3a0172dce5cd4e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76008b100a4c2c" /><Relationship Type="http://schemas.openxmlformats.org/officeDocument/2006/relationships/image" Target="/ppt/media/image7.png" Id="R9c8675b07b704674" /><Relationship Type="http://schemas.openxmlformats.org/officeDocument/2006/relationships/chart" Target="/ppt/slides/charts/chart4.xml" Id="Rf9e11edf55fd4ab6" /><Relationship Type="http://schemas.openxmlformats.org/officeDocument/2006/relationships/notesSlide" Target="/ppt/notesSlides/notesSlide12.xml" Id="R3e04d1392db14a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a0d965c756428b" /><Relationship Type="http://schemas.openxmlformats.org/officeDocument/2006/relationships/image" Target="/ppt/media/image8.png" Id="R3d8f7b73511b4882" /><Relationship Type="http://schemas.openxmlformats.org/officeDocument/2006/relationships/chart" Target="/ppt/slides/charts/chart5.xml" Id="R3de4086ff4124fff" /><Relationship Type="http://schemas.openxmlformats.org/officeDocument/2006/relationships/notesSlide" Target="/ppt/notesSlides/notesSlide13.xml" Id="R5155b79580b148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97a8dd4b5c9412c" /><Relationship Type="http://schemas.openxmlformats.org/officeDocument/2006/relationships/image" Target="/ppt/media/image.jpeg" Id="Rce844439f64a41af" /><Relationship Type="http://schemas.openxmlformats.org/officeDocument/2006/relationships/notesSlide" Target="/ppt/notesSlides/notesSlide14.xml" Id="Ra5666c55cf0347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26fb422f3614ac9" /><Relationship Type="http://schemas.openxmlformats.org/officeDocument/2006/relationships/image" Target="/ppt/media/image2.jpeg" Id="R4c371407f24b42c8" /><Relationship Type="http://schemas.openxmlformats.org/officeDocument/2006/relationships/notesSlide" Target="/ppt/notesSlides/notesSlide15.xml" Id="Rb0ee9b56197348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a014f5dd2b2437b" /><Relationship Type="http://schemas.openxmlformats.org/officeDocument/2006/relationships/image" Target="/ppt/media/image9.png" Id="R7268e1404c0d4755" /><Relationship Type="http://schemas.openxmlformats.org/officeDocument/2006/relationships/notesSlide" Target="/ppt/notesSlides/notesSlide16.xml" Id="Rf73780039ad642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e4a76b86ce8492d" /><Relationship Type="http://schemas.openxmlformats.org/officeDocument/2006/relationships/notesSlide" Target="/ppt/notesSlides/notesSlide17.xml" Id="R015800556c1243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4a04e8e53f546a5" /><Relationship Type="http://schemas.openxmlformats.org/officeDocument/2006/relationships/notesSlide" Target="/ppt/notesSlides/notesSlide18.xml" Id="R4263746229b747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69d82d07b1c4a84" /><Relationship Type="http://schemas.openxmlformats.org/officeDocument/2006/relationships/notesSlide" Target="/ppt/notesSlides/notesSlide19.xml" Id="Rebe5236c5c194f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f99b44cdbaf4392" /><Relationship Type="http://schemas.openxmlformats.org/officeDocument/2006/relationships/notesSlide" Target="/ppt/notesSlides/notesSlide20.xml" Id="Rc6b89243b4ab47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d26cb80d67a468d" /><Relationship Type="http://schemas.openxmlformats.org/officeDocument/2006/relationships/notesSlide" Target="/ppt/notesSlides/notesSlide21.xml" Id="R82d7746ab3db476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7b19757cf1c4863" /><Relationship Type="http://schemas.openxmlformats.org/officeDocument/2006/relationships/notesSlide" Target="/ppt/notesSlides/notesSlide22.xml" Id="R9725d74201c94d6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4e88ff0d92242b3" /><Relationship Type="http://schemas.openxmlformats.org/officeDocument/2006/relationships/notesSlide" Target="/ppt/notesSlides/notesSlide23.xml" Id="R7e48666465c64df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a518b0dae4340e8" /><Relationship Type="http://schemas.openxmlformats.org/officeDocument/2006/relationships/notesSlide" Target="/ppt/notesSlides/notesSlide24.xml" Id="R93ab6992f316404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933b79c3521499a" /><Relationship Type="http://schemas.openxmlformats.org/officeDocument/2006/relationships/notesSlide" Target="/ppt/notesSlides/notesSlide25.xml" Id="Rc0d07573c479492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0bcd76946b54431" /><Relationship Type="http://schemas.openxmlformats.org/officeDocument/2006/relationships/notesSlide" Target="/ppt/notesSlides/notesSlide26.xml" Id="R8a1101ab22a74f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9f5d3e869cc4429" /><Relationship Type="http://schemas.openxmlformats.org/officeDocument/2006/relationships/notesSlide" Target="/ppt/notesSlides/notesSlide27.xml" Id="Ra633865cc4c3458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72869e0d3b6450e" /><Relationship Type="http://schemas.openxmlformats.org/officeDocument/2006/relationships/notesSlide" Target="/ppt/notesSlides/notesSlide28.xml" Id="R4d7aba4be223420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kg/작기</c:v>
          </c:tx>
          <c:spPr>
            <a:solidFill xmlns:a="http://schemas.openxmlformats.org/drawingml/2006/main">
              <a:srgbClr val="17785B"/>
            </a:solidFill>
          </c:spPr>
          <c:invertIfNegative val="0"/>
          <c:dPt>
            <c:idx val="0"/>
            <c:invertIfNegative val="0"/>
            <c:spPr>
              <a:solidFill xmlns:a="http://schemas.openxmlformats.org/drawingml/2006/main">
                <a:srgbClr val="17785B"/>
              </a:solidFill>
            </c:spPr>
          </c:dPt>
          <c:dPt>
            <c:idx val="1"/>
            <c:invertIfNegative val="0"/>
            <c:spPr>
              <a:solidFill xmlns:a="http://schemas.openxmlformats.org/drawingml/2006/main">
                <a:srgbClr val="BD5232"/>
              </a:solidFill>
            </c:spPr>
          </c:dPt>
          <c:cat>
            <c:strRef>
              <c:f>'Chart Data'!$A$2:$A$3</c:f>
              <c:strCache>
                <c:ptCount val="2"/>
                <c:pt idx="0">
                  <c:v>면적당 중앙값</c:v>
                </c:pt>
                <c:pt idx="1">
                  <c:v>모델 선택 절차</c:v>
                </c:pt>
              </c:strCache>
            </c:strRef>
          </c:cat>
          <c:val>
            <c:numRef>
              <c:f>'Chart Data'!$B$2:$B$3</c:f>
              <c:numCache>
                <c:formatCode>#,##0</c:formatCode>
                <c:ptCount val="2"/>
                <c:pt idx="0">
                  <c:v>6837.66</c:v>
                </c:pt>
                <c:pt idx="1">
                  <c:v>7095.09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9000"/>
          <c:min val="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3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백만원/작기</c:v>
          </c:tx>
          <c:spPr>
            <a:solidFill xmlns:a="http://schemas.openxmlformats.org/drawingml/2006/main">
              <a:srgbClr val="17785B"/>
            </a:solidFill>
          </c:spPr>
          <c:invertIfNegative val="0"/>
          <c:dPt>
            <c:idx val="0"/>
            <c:invertIfNegative val="0"/>
            <c:spPr>
              <a:solidFill xmlns:a="http://schemas.openxmlformats.org/drawingml/2006/main">
                <a:srgbClr val="17785B"/>
              </a:solidFill>
            </c:spPr>
          </c:dPt>
          <c:dPt>
            <c:idx val="1"/>
            <c:invertIfNegative val="0"/>
            <c:spPr>
              <a:solidFill xmlns:a="http://schemas.openxmlformats.org/drawingml/2006/main">
                <a:srgbClr val="BD5232"/>
              </a:solidFill>
            </c:spPr>
          </c:dPt>
          <c:cat>
            <c:strRef>
              <c:f>'Chart Data'!$A$2:$A$3</c:f>
              <c:strCache>
                <c:ptCount val="2"/>
                <c:pt idx="0">
                  <c:v>면적당 중앙값</c:v>
                </c:pt>
                <c:pt idx="1">
                  <c:v>모델 선택 절차</c:v>
                </c:pt>
              </c:strCache>
            </c:strRef>
          </c:cat>
          <c:val>
            <c:numRef>
              <c:f>'Chart Data'!$B$2:$B$3</c:f>
              <c:numCache>
                <c:formatCode>#,##0</c:formatCode>
                <c:ptCount val="2"/>
                <c:pt idx="0">
                  <c:v>139.606535</c:v>
                </c:pt>
                <c:pt idx="1">
                  <c:v>143.992069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180"/>
          <c:min val="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6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연소득 만원</c:v>
          </c:tx>
          <c:spPr>
            <a:solidFill xmlns:a="http://schemas.openxmlformats.org/drawingml/2006/main">
              <a:srgbClr val="17785B"/>
            </a:solidFill>
          </c:spPr>
          <c:invertIfNegative val="0"/>
          <c:dPt>
            <c:idx val="0"/>
            <c:invertIfNegative val="0"/>
            <c:spPr>
              <a:solidFill xmlns:a="http://schemas.openxmlformats.org/drawingml/2006/main">
                <a:srgbClr val="BD5232"/>
              </a:solidFill>
            </c:spPr>
          </c:dPt>
          <c:dPt>
            <c:idx val="1"/>
            <c:invertIfNegative val="0"/>
            <c:spPr>
              <a:solidFill xmlns:a="http://schemas.openxmlformats.org/drawingml/2006/main">
                <a:srgbClr val="17785B"/>
              </a:solidFill>
            </c:spPr>
          </c:dPt>
          <c:dPt>
            <c:idx val="2"/>
            <c:invertIfNegative val="0"/>
            <c:spPr>
              <a:solidFill xmlns:a="http://schemas.openxmlformats.org/drawingml/2006/main">
                <a:srgbClr val="62A88B"/>
              </a:solidFill>
            </c:spPr>
          </c:dPt>
          <c:dLbls>
            <c:dLbl>
              <c:idx val="0"/>
              <c:txPr>
                <a:bodyPr xmlns:a="http://schemas.openxmlformats.org/drawingml/2006/main" anchorCtr="1"/>
                <a:lstStyle xmlns:a="http://schemas.openxmlformats.org/drawingml/2006/main"/>
                <a:p xmlns:a="http://schemas.openxmlformats.org/drawingml/2006/main">
                  <a:pPr>
                    <a:defRPr sz="2100" b="1">
                      <a:solidFill>
                        <a:srgbClr val="FFFFFF"/>
                      </a:solidFill>
                      <a:latin typeface="Noto Sans KR"/>
                      <a:ea typeface="Noto Sans KR"/>
                      <a:cs typeface="Noto Sans KR"/>
                    </a:defRPr>
                  </a:pPr>
                </a:p>
              </c:txPr>
              <c:dLblPos val="ctr"/>
              <c:showVal val="1"/>
            </c:dLbl>
            <c:dLbl>
              <c:idx val="1"/>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Val val="1"/>
            </c:dLbl>
            <c:dLbl>
              <c:idx val="2"/>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Val val="1"/>
            </c:dLbl>
          </c:dLbls>
          <c:cat>
            <c:strRef>
              <c:f>'Chart Data'!$A$2:$A$4</c:f>
              <c:strCache>
                <c:ptCount val="3"/>
                <c:pt idx="0">
                  <c:v>불리</c:v>
                </c:pt>
                <c:pt idx="1">
                  <c:v>기준</c:v>
                </c:pt>
                <c:pt idx="2">
                  <c:v>유리</c:v>
                </c:pt>
              </c:strCache>
            </c:strRef>
          </c:cat>
          <c:val>
            <c:numRef>
              <c:f>'Chart Data'!$B$2:$B$4</c:f>
              <c:numCache>
                <c:formatCode>#,##0</c:formatCode>
                <c:ptCount val="3"/>
                <c:pt idx="0">
                  <c:v>-830.996268</c:v>
                </c:pt>
                <c:pt idx="1">
                  <c:v>346.6801</c:v>
                </c:pt>
                <c:pt idx="2">
                  <c:v>1669.748572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52B33"/>
                </a:solidFill>
                <a:latin typeface="Noto Sans KR"/>
                <a:ea typeface="Noto Sans KR"/>
                <a:cs typeface="Noto Sans KR"/>
              </a:defRPr>
            </a:pPr>
          </a:p>
        </c:txPr>
        <c:crossAx val="48672768"/>
      </c:catAx>
      <c:valAx>
        <c:axId val="48672768"/>
        <c:scaling>
          <c:orientation val="minMax"/>
          <c:max val="2000"/>
          <c:min val="-100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5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varyColors val="0"/>
        <c:ser>
          <c:idx val="0"/>
          <c:order val="0"/>
          <c:tx>
            <c:v>mm</c:v>
          </c:tx>
          <c:spPr>
            <a:solidFill xmlns:a="http://schemas.openxmlformats.org/drawingml/2006/main">
              <a:srgbClr val="17785B"/>
            </a:solidFill>
          </c:spPr>
          <c:invertIfNegative val="0"/>
          <c:dPt>
            <c:idx val="0"/>
            <c:invertIfNegative val="0"/>
            <c:spPr>
              <a:solidFill xmlns:a="http://schemas.openxmlformats.org/drawingml/2006/main">
                <a:srgbClr val="97A8A1"/>
              </a:solidFill>
            </c:spPr>
          </c:dPt>
          <c:dPt>
            <c:idx val="1"/>
            <c:invertIfNegative val="0"/>
            <c:spPr>
              <a:solidFill xmlns:a="http://schemas.openxmlformats.org/drawingml/2006/main">
                <a:srgbClr val="17785B"/>
              </a:solidFill>
            </c:spPr>
          </c:dPt>
          <c:dPt>
            <c:idx val="2"/>
            <c:invertIfNegative val="0"/>
            <c:spPr>
              <a:solidFill xmlns:a="http://schemas.openxmlformats.org/drawingml/2006/main">
                <a:srgbClr val="3158A7"/>
              </a:solidFill>
            </c:spPr>
          </c:dPt>
          <c:dPt>
            <c:idx val="3"/>
            <c:invertIfNegative val="0"/>
            <c:spPr>
              <a:solidFill xmlns:a="http://schemas.openxmlformats.org/drawingml/2006/main">
                <a:srgbClr val="6C86B8"/>
              </a:solidFill>
            </c:spPr>
          </c:dPt>
          <c:cat>
            <c:strRef>
              <c:f>'Chart Data'!$A$2:$A$5</c:f>
              <c:strCache>
                <c:ptCount val="4"/>
                <c:pt idx="0">
                  <c:v>현재값 유지</c:v>
                </c:pt>
                <c:pt idx="1">
                  <c:v>생육만 CatBoost</c:v>
                </c:pt>
                <c:pt idx="2">
                  <c:v>생육+환경 CatBoost</c:v>
                </c:pt>
                <c:pt idx="3">
                  <c:v>생육+환경 XGBoost</c:v>
                </c:pt>
              </c:strCache>
            </c:strRef>
          </c:cat>
          <c:val>
            <c:numRef>
              <c:f>'Chart Data'!$B$2:$B$5</c:f>
              <c:numCache>
                <c:formatCode>#,##0</c:formatCode>
                <c:ptCount val="4"/>
                <c:pt idx="0">
                  <c:v>36.08</c:v>
                </c:pt>
                <c:pt idx="1">
                  <c:v>32.61</c:v>
                </c:pt>
                <c:pt idx="2">
                  <c:v>34.79</c:v>
                </c:pt>
                <c:pt idx="3">
                  <c:v>34.59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45"/>
          <c:min val="0"/>
        </c:scaling>
        <c:delete val="0"/>
        <c:axPos val="b"/>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1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원/kg</c:v>
          </c:tx>
          <c:spPr>
            <a:solidFill xmlns:a="http://schemas.openxmlformats.org/drawingml/2006/main">
              <a:srgbClr val="17785B"/>
            </a:solidFill>
          </c:spPr>
          <c:invertIfNegative val="0"/>
          <c:dPt>
            <c:idx val="0"/>
            <c:invertIfNegative val="0"/>
            <c:spPr>
              <a:solidFill xmlns:a="http://schemas.openxmlformats.org/drawingml/2006/main">
                <a:srgbClr val="17785B"/>
              </a:solidFill>
            </c:spPr>
          </c:dPt>
          <c:dPt>
            <c:idx val="1"/>
            <c:invertIfNegative val="0"/>
            <c:spPr>
              <a:solidFill xmlns:a="http://schemas.openxmlformats.org/drawingml/2006/main">
                <a:srgbClr val="BD5232"/>
              </a:solidFill>
            </c:spPr>
          </c:dPt>
          <c:cat>
            <c:strRef>
              <c:f>'Chart Data'!$A$2:$A$3</c:f>
              <c:strCache>
                <c:ptCount val="2"/>
                <c:pt idx="0">
                  <c:v>같은 달 최근값</c:v>
                </c:pt>
                <c:pt idx="1">
                  <c:v>선택한 모델</c:v>
                </c:pt>
              </c:strCache>
            </c:strRef>
          </c:cat>
          <c:val>
            <c:numRef>
              <c:f>'Chart Data'!$B$2:$B$3</c:f>
              <c:numCache>
                <c:formatCode>#,##0</c:formatCode>
                <c:ptCount val="2"/>
                <c:pt idx="0">
                  <c:v>1061.62</c:v>
                </c:pt>
                <c:pt idx="1">
                  <c:v>1249.16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1600"/>
          <c:min val="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4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1B92A27-F585-4DB3-B8CE-4C2046B5319E}"/>
              </a:ext>
            </a:extLst>
          </p:cNvPr>
          <p:cNvPicPr>
            <a:picLocks xmlns:a="http://schemas.openxmlformats.org/drawingml/2006/main" noChangeAspect="1"/>
          </p:cNvPicPr>
          <p:nvPr/>
        </p:nvPicPr>
        <p:blipFill>
          <a:blip xmlns:r="http://schemas.openxmlformats.org/officeDocument/2006/relationships" xmlns:a="http://schemas.openxmlformats.org/drawingml/2006/main" r:embed="R31e97c0bcd19422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스마트팜&#10;도입 판단&#10;도우미">
            <a:extLst xmlns:a="http://schemas.openxmlformats.org/drawingml/2006/main">
              <a:ext uri="{FF2B5EF4-FFF2-40B4-BE49-F238E27FC236}">
                <a16:creationId xmlns:a16="http://schemas.microsoft.com/office/drawing/2014/main" id="{5F4ECBCA-926A-42D9-B138-14B2C05EE3F5}"/>
              </a:ext>
            </a:extLst>
          </p:cNvPr>
          <p:cNvSpPr>
            <a:spLocks xmlns:a="http://schemas.openxmlformats.org/drawingml/2006/main" noGrp="1"/>
          </p:cNvSpPr>
          <p:nvPr/>
        </p:nvSpPr>
        <p:spPr>
          <a:xfrm xmlns:a="http://schemas.openxmlformats.org/drawingml/2006/main">
            <a:off x="609600" y="1409700"/>
            <a:ext cx="464820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52B33"/>
                </a:solidFill>
                <a:latin typeface="Noto Sans KR"/>
                <a:ea typeface="Noto Sans KR"/>
                <a:cs typeface="Noto Sans KR"/>
              </a:defRPr>
            </a:defPPr>
            <a:lvl1pPr algn="l">
              <a:defRPr sz="4800" b="1">
                <a:solidFill>
                  <a:srgbClr val="152B33"/>
                </a:solidFill>
                <a:latin typeface="Noto Sans KR"/>
                <a:ea typeface="Noto Sans KR"/>
                <a:cs typeface="Noto Sans KR"/>
              </a:defRPr>
            </a:lvl1pPr>
            <a:lvl2pPr algn="l">
              <a:defRPr sz="4800" b="1">
                <a:solidFill>
                  <a:srgbClr val="152B33"/>
                </a:solidFill>
                <a:latin typeface="Noto Sans KR"/>
                <a:ea typeface="Noto Sans KR"/>
                <a:cs typeface="Noto Sans KR"/>
              </a:defRPr>
            </a:lvl2pPr>
            <a:lvl3pPr algn="l">
              <a:defRPr sz="4800" b="1">
                <a:solidFill>
                  <a:srgbClr val="152B33"/>
                </a:solidFill>
                <a:latin typeface="Noto Sans KR"/>
                <a:ea typeface="Noto Sans KR"/>
                <a:cs typeface="Noto Sans KR"/>
              </a:defRPr>
            </a:lvl3pPr>
            <a:lvl4pPr algn="l">
              <a:defRPr sz="4800" b="1">
                <a:solidFill>
                  <a:srgbClr val="152B33"/>
                </a:solidFill>
                <a:latin typeface="Noto Sans KR"/>
                <a:ea typeface="Noto Sans KR"/>
                <a:cs typeface="Noto Sans KR"/>
              </a:defRPr>
            </a:lvl4pPr>
            <a:lvl5pPr algn="l">
              <a:defRPr sz="4800" b="1">
                <a:solidFill>
                  <a:srgbClr val="152B33"/>
                </a:solidFill>
                <a:latin typeface="Noto Sans KR"/>
                <a:ea typeface="Noto Sans KR"/>
                <a:cs typeface="Noto Sans KR"/>
              </a:defRPr>
            </a:lvl5pPr>
            <a:lvl6pPr algn="l">
              <a:defRPr sz="4800" b="1">
                <a:solidFill>
                  <a:srgbClr val="152B33"/>
                </a:solidFill>
                <a:latin typeface="Noto Sans KR"/>
                <a:ea typeface="Noto Sans KR"/>
                <a:cs typeface="Noto Sans KR"/>
              </a:defRPr>
            </a:lvl6pPr>
            <a:lvl7pPr algn="l">
              <a:defRPr sz="4800" b="1">
                <a:solidFill>
                  <a:srgbClr val="152B33"/>
                </a:solidFill>
                <a:latin typeface="Noto Sans KR"/>
                <a:ea typeface="Noto Sans KR"/>
                <a:cs typeface="Noto Sans KR"/>
              </a:defRPr>
            </a:lvl7pPr>
            <a:lvl8pPr algn="l">
              <a:defRPr sz="4800" b="1">
                <a:solidFill>
                  <a:srgbClr val="152B33"/>
                </a:solidFill>
                <a:latin typeface="Noto Sans KR"/>
                <a:ea typeface="Noto Sans KR"/>
                <a:cs typeface="Noto Sans KR"/>
              </a:defRPr>
            </a:lvl8pPr>
            <a:lvl9pPr algn="l">
              <a:defRPr sz="4800" b="1">
                <a:solidFill>
                  <a:srgbClr val="152B33"/>
                </a:solidFill>
                <a:latin typeface="Noto Sans KR"/>
                <a:ea typeface="Noto Sans KR"/>
                <a:cs typeface="Noto Sans KR"/>
              </a:defRPr>
            </a:lvl9pPr>
          </a:lstStyle>
          <a:p xmlns:a="http://schemas.openxmlformats.org/drawingml/2006/main">
            <a:pPr algn="l">
              <a:defRPr sz="4800" b="1">
                <a:solidFill>
                  <a:srgbClr val="152B33"/>
                </a:solidFill>
                <a:latin typeface="Noto Sans KR"/>
                <a:ea typeface="Noto Sans KR"/>
                <a:cs typeface="Noto Sans KR"/>
              </a:defRPr>
            </a:pPr>
            <a:r>
              <a:rPr sz="4800" b="1">
                <a:solidFill>
                  <a:srgbClr val="152B33"/>
                </a:solidFill>
                <a:latin typeface="Noto Sans KR"/>
                <a:ea typeface="Noto Sans KR"/>
                <a:cs typeface="Noto Sans KR"/>
              </a:rPr>
              <a:t>스마트팜</a:t>
            </a:r>
          </a:p>
          <a:p xmlns:a="http://schemas.openxmlformats.org/drawingml/2006/main">
            <a:pPr algn="l">
              <a:defRPr sz="4800" b="1">
                <a:solidFill>
                  <a:srgbClr val="152B33"/>
                </a:solidFill>
                <a:latin typeface="Noto Sans KR"/>
                <a:ea typeface="Noto Sans KR"/>
                <a:cs typeface="Noto Sans KR"/>
              </a:defRPr>
            </a:pPr>
            <a:r>
              <a:rPr sz="4800" b="1">
                <a:solidFill>
                  <a:srgbClr val="152B33"/>
                </a:solidFill>
                <a:latin typeface="Noto Sans KR"/>
                <a:ea typeface="Noto Sans KR"/>
                <a:cs typeface="Noto Sans KR"/>
              </a:rPr>
              <a:t>도입 판단</a:t>
            </a:r>
          </a:p>
          <a:p xmlns:a="http://schemas.openxmlformats.org/drawingml/2006/main">
            <a:pPr algn="l">
              <a:defRPr sz="4800" b="1">
                <a:solidFill>
                  <a:srgbClr val="152B33"/>
                </a:solidFill>
                <a:latin typeface="Noto Sans KR"/>
                <a:ea typeface="Noto Sans KR"/>
                <a:cs typeface="Noto Sans KR"/>
              </a:defRPr>
            </a:pPr>
            <a:r>
              <a:rPr sz="4800" b="1">
                <a:solidFill>
                  <a:srgbClr val="152B33"/>
                </a:solidFill>
                <a:latin typeface="Noto Sans KR"/>
                <a:ea typeface="Noto Sans KR"/>
                <a:cs typeface="Noto Sans KR"/>
              </a:rPr>
              <a:t>도우미</a:t>
            </a:r>
          </a:p>
        </p:txBody>
      </p:sp>
      <p:sp>
        <p:nvSpPr>
          <p:cNvPr id="3" name="농가의 재배 계획과&#10;출하량·매출·비용 비교">
            <a:extLst xmlns:a="http://schemas.openxmlformats.org/drawingml/2006/main">
              <a:ext uri="{FF2B5EF4-FFF2-40B4-BE49-F238E27FC236}">
                <a16:creationId xmlns:a16="http://schemas.microsoft.com/office/drawing/2014/main" id="{FC19411D-150F-4E1C-B2DE-4052A9123A55}"/>
              </a:ext>
            </a:extLst>
          </p:cNvPr>
          <p:cNvSpPr>
            <a:spLocks xmlns:a="http://schemas.openxmlformats.org/drawingml/2006/main" noGrp="1"/>
          </p:cNvSpPr>
          <p:nvPr/>
        </p:nvSpPr>
        <p:spPr>
          <a:xfrm xmlns:a="http://schemas.openxmlformats.org/drawingml/2006/main">
            <a:off x="647700" y="4333875"/>
            <a:ext cx="4381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농가의 재배 계획과</a:t>
            </a:r>
          </a:p>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출하량·매출·비용 비교</a:t>
            </a:r>
          </a:p>
        </p:txBody>
      </p:sp>
      <p:sp>
        <p:nvSpPr>
          <p:cNvPr id="4" name="이진욱   2026.10">
            <a:extLst xmlns:a="http://schemas.openxmlformats.org/drawingml/2006/main">
              <a:ext uri="{FF2B5EF4-FFF2-40B4-BE49-F238E27FC236}">
                <a16:creationId xmlns:a16="http://schemas.microsoft.com/office/drawing/2014/main" id="{106A3F6B-28D6-4AD6-B37F-3205FBAB38A8}"/>
              </a:ext>
            </a:extLst>
          </p:cNvPr>
          <p:cNvSpPr>
            <a:spLocks xmlns:a="http://schemas.openxmlformats.org/drawingml/2006/main" noGrp="1"/>
          </p:cNvSpPr>
          <p:nvPr/>
        </p:nvSpPr>
        <p:spPr>
          <a:xfrm xmlns:a="http://schemas.openxmlformats.org/drawingml/2006/main">
            <a:off x="647700" y="59912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B"/>
                </a:solidFill>
                <a:latin typeface="Noto Sans KR"/>
                <a:ea typeface="Noto Sans KR"/>
                <a:cs typeface="Noto Sans KR"/>
              </a:defRPr>
            </a:defPPr>
            <a:lvl1pPr algn="l">
              <a:defRPr sz="1725" b="0">
                <a:solidFill>
                  <a:srgbClr val="53636B"/>
                </a:solidFill>
                <a:latin typeface="Noto Sans KR"/>
                <a:ea typeface="Noto Sans KR"/>
                <a:cs typeface="Noto Sans KR"/>
              </a:defRPr>
            </a:lvl1pPr>
            <a:lvl2pPr algn="l">
              <a:defRPr sz="1725" b="0">
                <a:solidFill>
                  <a:srgbClr val="53636B"/>
                </a:solidFill>
                <a:latin typeface="Noto Sans KR"/>
                <a:ea typeface="Noto Sans KR"/>
                <a:cs typeface="Noto Sans KR"/>
              </a:defRPr>
            </a:lvl2pPr>
            <a:lvl3pPr algn="l">
              <a:defRPr sz="1725" b="0">
                <a:solidFill>
                  <a:srgbClr val="53636B"/>
                </a:solidFill>
                <a:latin typeface="Noto Sans KR"/>
                <a:ea typeface="Noto Sans KR"/>
                <a:cs typeface="Noto Sans KR"/>
              </a:defRPr>
            </a:lvl3pPr>
            <a:lvl4pPr algn="l">
              <a:defRPr sz="1725" b="0">
                <a:solidFill>
                  <a:srgbClr val="53636B"/>
                </a:solidFill>
                <a:latin typeface="Noto Sans KR"/>
                <a:ea typeface="Noto Sans KR"/>
                <a:cs typeface="Noto Sans KR"/>
              </a:defRPr>
            </a:lvl4pPr>
            <a:lvl5pPr algn="l">
              <a:defRPr sz="1725" b="0">
                <a:solidFill>
                  <a:srgbClr val="53636B"/>
                </a:solidFill>
                <a:latin typeface="Noto Sans KR"/>
                <a:ea typeface="Noto Sans KR"/>
                <a:cs typeface="Noto Sans KR"/>
              </a:defRPr>
            </a:lvl5pPr>
            <a:lvl6pPr algn="l">
              <a:defRPr sz="1725" b="0">
                <a:solidFill>
                  <a:srgbClr val="53636B"/>
                </a:solidFill>
                <a:latin typeface="Noto Sans KR"/>
                <a:ea typeface="Noto Sans KR"/>
                <a:cs typeface="Noto Sans KR"/>
              </a:defRPr>
            </a:lvl6pPr>
            <a:lvl7pPr algn="l">
              <a:defRPr sz="1725" b="0">
                <a:solidFill>
                  <a:srgbClr val="53636B"/>
                </a:solidFill>
                <a:latin typeface="Noto Sans KR"/>
                <a:ea typeface="Noto Sans KR"/>
                <a:cs typeface="Noto Sans KR"/>
              </a:defRPr>
            </a:lvl7pPr>
            <a:lvl8pPr algn="l">
              <a:defRPr sz="1725" b="0">
                <a:solidFill>
                  <a:srgbClr val="53636B"/>
                </a:solidFill>
                <a:latin typeface="Noto Sans KR"/>
                <a:ea typeface="Noto Sans KR"/>
                <a:cs typeface="Noto Sans KR"/>
              </a:defRPr>
            </a:lvl8pPr>
            <a:lvl9pPr algn="l">
              <a:defRPr sz="1725" b="0">
                <a:solidFill>
                  <a:srgbClr val="53636B"/>
                </a:solidFill>
                <a:latin typeface="Noto Sans KR"/>
                <a:ea typeface="Noto Sans KR"/>
                <a:cs typeface="Noto Sans KR"/>
              </a:defRPr>
            </a:lvl9pPr>
          </a:lstStyle>
          <a:p xmlns:a="http://schemas.openxmlformats.org/drawingml/2006/main">
            <a:pPr algn="l">
              <a:defRPr sz="1725" b="0">
                <a:solidFill>
                  <a:srgbClr val="53636B"/>
                </a:solidFill>
                <a:latin typeface="Noto Sans KR"/>
                <a:ea typeface="Noto Sans KR"/>
                <a:cs typeface="Noto Sans KR"/>
              </a:defRPr>
            </a:pPr>
            <a:r>
              <a:rPr sz="1725" b="0">
                <a:solidFill>
                  <a:srgbClr val="53636B"/>
                </a:solidFill>
                <a:latin typeface="Noto Sans KR"/>
                <a:ea typeface="Noto Sans KR"/>
                <a:cs typeface="Noto Sans KR"/>
              </a:rPr>
              <a:t>이진욱   2026.10</a:t>
            </a:r>
          </a:p>
        </p:txBody>
      </p:sp>
    </p:spTree>
    <p:extLst>
      <p:ext uri="{BB962C8B-B14F-4D97-AF65-F5344CB8AC3E}">
        <p14:creationId xmlns:p14="http://schemas.microsoft.com/office/powerpoint/2010/main" val="10345861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도입 전에 비교할 농가 계획">
            <a:extLst xmlns:a="http://schemas.openxmlformats.org/drawingml/2006/main">
              <a:ext uri="{FF2B5EF4-FFF2-40B4-BE49-F238E27FC236}">
                <a16:creationId xmlns:a16="http://schemas.microsoft.com/office/drawing/2014/main" id="{7EB31CB1-492F-48E9-983F-A9AD9F81FE76}"/>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도입 전에 비교할 농가 계획</a:t>
            </a:r>
          </a:p>
        </p:txBody>
      </p:sp>
      <p:sp>
        <p:nvSpPr>
          <p:cNvPr id="2" name="02">
            <a:extLst xmlns:a="http://schemas.openxmlformats.org/drawingml/2006/main">
              <a:ext uri="{FF2B5EF4-FFF2-40B4-BE49-F238E27FC236}">
                <a16:creationId xmlns:a16="http://schemas.microsoft.com/office/drawing/2014/main" id="{C0F5EA87-7152-443C-B26B-081746888D07}"/>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02</a:t>
            </a:r>
          </a:p>
        </p:txBody>
      </p:sp>
      <p:pic>
        <p:nvPicPr>
          <p:cNvPr id="3" name="">
            <a:extLst xmlns:a="http://schemas.openxmlformats.org/drawingml/2006/main">
              <a:ext uri="{FF2B5EF4-FFF2-40B4-BE49-F238E27FC236}">
                <a16:creationId xmlns:a16="http://schemas.microsoft.com/office/drawing/2014/main" id="{EF8E6D7C-97DD-4BCE-861F-BCD526900AE0}"/>
              </a:ext>
            </a:extLst>
          </p:cNvPr>
          <p:cNvPicPr>
            <a:picLocks xmlns:a="http://schemas.openxmlformats.org/drawingml/2006/main" noChangeAspect="1"/>
          </p:cNvPicPr>
          <p:nvPr/>
        </p:nvPicPr>
        <p:blipFill>
          <a:blip xmlns:r="http://schemas.openxmlformats.org/officeDocument/2006/relationships" xmlns:a="http://schemas.openxmlformats.org/drawingml/2006/main" r:embed="R6281d17e041f4daa"/>
          <a:stretch xmlns:a="http://schemas.openxmlformats.org/drawingml/2006/main"/>
        </p:blipFill>
        <p:spPr>
          <a:xfrm xmlns:a="http://schemas.openxmlformats.org/drawingml/2006/main">
            <a:off x="6324600" y="1714500"/>
            <a:ext cx="5257800" cy="3943350"/>
          </a:xfrm>
          <a:prstGeom xmlns:a="http://schemas.openxmlformats.org/drawingml/2006/main" prst="rect">
            <a:avLst/>
          </a:prstGeom>
        </p:spPr>
      </p:pic>
      <p:sp>
        <p:nvSpPr>
          <p:cNvPr id="4" name="“딸기 1,000㎡를 시작하면&#10;비용을 빼고 얼마가 남을까?”">
            <a:extLst xmlns:a="http://schemas.openxmlformats.org/drawingml/2006/main">
              <a:ext uri="{FF2B5EF4-FFF2-40B4-BE49-F238E27FC236}">
                <a16:creationId xmlns:a16="http://schemas.microsoft.com/office/drawing/2014/main" id="{D21D9209-CFC9-45F9-9BB4-43A48A8C8A95}"/>
              </a:ext>
            </a:extLst>
          </p:cNvPr>
          <p:cNvSpPr>
            <a:spLocks xmlns:a="http://schemas.openxmlformats.org/drawingml/2006/main" noGrp="1"/>
          </p:cNvSpPr>
          <p:nvPr/>
        </p:nvSpPr>
        <p:spPr>
          <a:xfrm xmlns:a="http://schemas.openxmlformats.org/drawingml/2006/main">
            <a:off x="609600" y="1809750"/>
            <a:ext cx="53244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B33"/>
                </a:solidFill>
                <a:latin typeface="Noto Sans KR"/>
                <a:ea typeface="Noto Sans KR"/>
                <a:cs typeface="Noto Sans KR"/>
              </a:defRPr>
            </a:defPPr>
            <a:lvl1pPr algn="l">
              <a:defRPr sz="2700" b="1">
                <a:solidFill>
                  <a:srgbClr val="152B33"/>
                </a:solidFill>
                <a:latin typeface="Noto Sans KR"/>
                <a:ea typeface="Noto Sans KR"/>
                <a:cs typeface="Noto Sans KR"/>
              </a:defRPr>
            </a:lvl1pPr>
            <a:lvl2pPr algn="l">
              <a:defRPr sz="2700" b="1">
                <a:solidFill>
                  <a:srgbClr val="152B33"/>
                </a:solidFill>
                <a:latin typeface="Noto Sans KR"/>
                <a:ea typeface="Noto Sans KR"/>
                <a:cs typeface="Noto Sans KR"/>
              </a:defRPr>
            </a:lvl2pPr>
            <a:lvl3pPr algn="l">
              <a:defRPr sz="2700" b="1">
                <a:solidFill>
                  <a:srgbClr val="152B33"/>
                </a:solidFill>
                <a:latin typeface="Noto Sans KR"/>
                <a:ea typeface="Noto Sans KR"/>
                <a:cs typeface="Noto Sans KR"/>
              </a:defRPr>
            </a:lvl3pPr>
            <a:lvl4pPr algn="l">
              <a:defRPr sz="2700" b="1">
                <a:solidFill>
                  <a:srgbClr val="152B33"/>
                </a:solidFill>
                <a:latin typeface="Noto Sans KR"/>
                <a:ea typeface="Noto Sans KR"/>
                <a:cs typeface="Noto Sans KR"/>
              </a:defRPr>
            </a:lvl4pPr>
            <a:lvl5pPr algn="l">
              <a:defRPr sz="2700" b="1">
                <a:solidFill>
                  <a:srgbClr val="152B33"/>
                </a:solidFill>
                <a:latin typeface="Noto Sans KR"/>
                <a:ea typeface="Noto Sans KR"/>
                <a:cs typeface="Noto Sans KR"/>
              </a:defRPr>
            </a:lvl5pPr>
            <a:lvl6pPr algn="l">
              <a:defRPr sz="2700" b="1">
                <a:solidFill>
                  <a:srgbClr val="152B33"/>
                </a:solidFill>
                <a:latin typeface="Noto Sans KR"/>
                <a:ea typeface="Noto Sans KR"/>
                <a:cs typeface="Noto Sans KR"/>
              </a:defRPr>
            </a:lvl6pPr>
            <a:lvl7pPr algn="l">
              <a:defRPr sz="2700" b="1">
                <a:solidFill>
                  <a:srgbClr val="152B33"/>
                </a:solidFill>
                <a:latin typeface="Noto Sans KR"/>
                <a:ea typeface="Noto Sans KR"/>
                <a:cs typeface="Noto Sans KR"/>
              </a:defRPr>
            </a:lvl7pPr>
            <a:lvl8pPr algn="l">
              <a:defRPr sz="2700" b="1">
                <a:solidFill>
                  <a:srgbClr val="152B33"/>
                </a:solidFill>
                <a:latin typeface="Noto Sans KR"/>
                <a:ea typeface="Noto Sans KR"/>
                <a:cs typeface="Noto Sans KR"/>
              </a:defRPr>
            </a:lvl8pPr>
            <a:lvl9pPr algn="l">
              <a:defRPr sz="2700" b="1">
                <a:solidFill>
                  <a:srgbClr val="152B33"/>
                </a:solidFill>
                <a:latin typeface="Noto Sans KR"/>
                <a:ea typeface="Noto Sans KR"/>
                <a:cs typeface="Noto Sans KR"/>
              </a:defRPr>
            </a:lvl9pPr>
          </a:lstStyle>
          <a:p xmlns:a="http://schemas.openxmlformats.org/drawingml/2006/main">
            <a:pPr algn="l">
              <a:defRPr sz="2700" b="1">
                <a:solidFill>
                  <a:srgbClr val="152B33"/>
                </a:solidFill>
                <a:latin typeface="Noto Sans KR"/>
                <a:ea typeface="Noto Sans KR"/>
                <a:cs typeface="Noto Sans KR"/>
              </a:defRPr>
            </a:pPr>
            <a:r>
              <a:rPr sz="2700" b="1">
                <a:solidFill>
                  <a:srgbClr val="152B33"/>
                </a:solidFill>
                <a:latin typeface="Noto Sans KR"/>
                <a:ea typeface="Noto Sans KR"/>
                <a:cs typeface="Noto Sans KR"/>
              </a:rPr>
              <a:t>“딸기 1,000㎡를 시작하면</a:t>
            </a:r>
          </a:p>
          <a:p xmlns:a="http://schemas.openxmlformats.org/drawingml/2006/main">
            <a:pPr algn="l">
              <a:defRPr sz="2700" b="1">
                <a:solidFill>
                  <a:srgbClr val="152B33"/>
                </a:solidFill>
                <a:latin typeface="Noto Sans KR"/>
                <a:ea typeface="Noto Sans KR"/>
                <a:cs typeface="Noto Sans KR"/>
              </a:defRPr>
            </a:pPr>
            <a:r>
              <a:rPr sz="2700" b="1">
                <a:solidFill>
                  <a:srgbClr val="152B33"/>
                </a:solidFill>
                <a:latin typeface="Noto Sans KR"/>
                <a:ea typeface="Noto Sans KR"/>
                <a:cs typeface="Noto Sans KR"/>
              </a:rPr>
              <a:t>비용을 빼고 얼마가 남을까?”</a:t>
            </a:r>
          </a:p>
        </p:txBody>
      </p:sp>
      <p:sp>
        <p:nvSpPr>
          <p:cNvPr id="5" name="작물과 면적, 시설, 시작 시기">
            <a:extLst xmlns:a="http://schemas.openxmlformats.org/drawingml/2006/main">
              <a:ext uri="{FF2B5EF4-FFF2-40B4-BE49-F238E27FC236}">
                <a16:creationId xmlns:a16="http://schemas.microsoft.com/office/drawing/2014/main" id="{6E492C4A-D9A3-4F52-A0A1-34C0F4FC300A}"/>
              </a:ext>
            </a:extLst>
          </p:cNvPr>
          <p:cNvSpPr>
            <a:spLocks xmlns:a="http://schemas.openxmlformats.org/drawingml/2006/main" noGrp="1"/>
          </p:cNvSpPr>
          <p:nvPr/>
        </p:nvSpPr>
        <p:spPr>
          <a:xfrm xmlns:a="http://schemas.openxmlformats.org/drawingml/2006/main">
            <a:off x="609600" y="3448050"/>
            <a:ext cx="5324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785B"/>
                </a:solidFill>
                <a:latin typeface="Noto Sans KR"/>
                <a:ea typeface="Noto Sans KR"/>
                <a:cs typeface="Noto Sans KR"/>
              </a:defRPr>
            </a:defPPr>
            <a:lvl1pPr algn="l">
              <a:defRPr sz="2175" b="1">
                <a:solidFill>
                  <a:srgbClr val="17785B"/>
                </a:solidFill>
                <a:latin typeface="Noto Sans KR"/>
                <a:ea typeface="Noto Sans KR"/>
                <a:cs typeface="Noto Sans KR"/>
              </a:defRPr>
            </a:lvl1pPr>
            <a:lvl2pPr algn="l">
              <a:defRPr sz="2175" b="1">
                <a:solidFill>
                  <a:srgbClr val="17785B"/>
                </a:solidFill>
                <a:latin typeface="Noto Sans KR"/>
                <a:ea typeface="Noto Sans KR"/>
                <a:cs typeface="Noto Sans KR"/>
              </a:defRPr>
            </a:lvl2pPr>
            <a:lvl3pPr algn="l">
              <a:defRPr sz="2175" b="1">
                <a:solidFill>
                  <a:srgbClr val="17785B"/>
                </a:solidFill>
                <a:latin typeface="Noto Sans KR"/>
                <a:ea typeface="Noto Sans KR"/>
                <a:cs typeface="Noto Sans KR"/>
              </a:defRPr>
            </a:lvl3pPr>
            <a:lvl4pPr algn="l">
              <a:defRPr sz="2175" b="1">
                <a:solidFill>
                  <a:srgbClr val="17785B"/>
                </a:solidFill>
                <a:latin typeface="Noto Sans KR"/>
                <a:ea typeface="Noto Sans KR"/>
                <a:cs typeface="Noto Sans KR"/>
              </a:defRPr>
            </a:lvl4pPr>
            <a:lvl5pPr algn="l">
              <a:defRPr sz="2175" b="1">
                <a:solidFill>
                  <a:srgbClr val="17785B"/>
                </a:solidFill>
                <a:latin typeface="Noto Sans KR"/>
                <a:ea typeface="Noto Sans KR"/>
                <a:cs typeface="Noto Sans KR"/>
              </a:defRPr>
            </a:lvl5pPr>
            <a:lvl6pPr algn="l">
              <a:defRPr sz="2175" b="1">
                <a:solidFill>
                  <a:srgbClr val="17785B"/>
                </a:solidFill>
                <a:latin typeface="Noto Sans KR"/>
                <a:ea typeface="Noto Sans KR"/>
                <a:cs typeface="Noto Sans KR"/>
              </a:defRPr>
            </a:lvl6pPr>
            <a:lvl7pPr algn="l">
              <a:defRPr sz="2175" b="1">
                <a:solidFill>
                  <a:srgbClr val="17785B"/>
                </a:solidFill>
                <a:latin typeface="Noto Sans KR"/>
                <a:ea typeface="Noto Sans KR"/>
                <a:cs typeface="Noto Sans KR"/>
              </a:defRPr>
            </a:lvl7pPr>
            <a:lvl8pPr algn="l">
              <a:defRPr sz="2175" b="1">
                <a:solidFill>
                  <a:srgbClr val="17785B"/>
                </a:solidFill>
                <a:latin typeface="Noto Sans KR"/>
                <a:ea typeface="Noto Sans KR"/>
                <a:cs typeface="Noto Sans KR"/>
              </a:defRPr>
            </a:lvl8pPr>
            <a:lvl9pPr algn="l">
              <a:defRPr sz="2175" b="1">
                <a:solidFill>
                  <a:srgbClr val="17785B"/>
                </a:solidFill>
                <a:latin typeface="Noto Sans KR"/>
                <a:ea typeface="Noto Sans KR"/>
                <a:cs typeface="Noto Sans KR"/>
              </a:defRPr>
            </a:lvl9pPr>
          </a:lstStyle>
          <a:p xmlns:a="http://schemas.openxmlformats.org/drawingml/2006/main">
            <a:pPr algn="l">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작물과 면적, 시설, 시작 시기</a:t>
            </a:r>
          </a:p>
        </p:txBody>
      </p:sp>
      <p:sp>
        <p:nvSpPr>
          <p:cNvPr id="6" name="예상 출하량 또는 총매출">
            <a:extLst xmlns:a="http://schemas.openxmlformats.org/drawingml/2006/main">
              <a:ext uri="{FF2B5EF4-FFF2-40B4-BE49-F238E27FC236}">
                <a16:creationId xmlns:a16="http://schemas.microsoft.com/office/drawing/2014/main" id="{1103B563-8A5C-4E0A-82D7-BE2B3F7475FA}"/>
              </a:ext>
            </a:extLst>
          </p:cNvPr>
          <p:cNvSpPr>
            <a:spLocks xmlns:a="http://schemas.openxmlformats.org/drawingml/2006/main" noGrp="1"/>
          </p:cNvSpPr>
          <p:nvPr/>
        </p:nvSpPr>
        <p:spPr>
          <a:xfrm xmlns:a="http://schemas.openxmlformats.org/drawingml/2006/main">
            <a:off x="609600" y="4152900"/>
            <a:ext cx="5324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785B"/>
                </a:solidFill>
                <a:latin typeface="Noto Sans KR"/>
                <a:ea typeface="Noto Sans KR"/>
                <a:cs typeface="Noto Sans KR"/>
              </a:defRPr>
            </a:defPPr>
            <a:lvl1pPr algn="l">
              <a:defRPr sz="2175" b="1">
                <a:solidFill>
                  <a:srgbClr val="17785B"/>
                </a:solidFill>
                <a:latin typeface="Noto Sans KR"/>
                <a:ea typeface="Noto Sans KR"/>
                <a:cs typeface="Noto Sans KR"/>
              </a:defRPr>
            </a:lvl1pPr>
            <a:lvl2pPr algn="l">
              <a:defRPr sz="2175" b="1">
                <a:solidFill>
                  <a:srgbClr val="17785B"/>
                </a:solidFill>
                <a:latin typeface="Noto Sans KR"/>
                <a:ea typeface="Noto Sans KR"/>
                <a:cs typeface="Noto Sans KR"/>
              </a:defRPr>
            </a:lvl2pPr>
            <a:lvl3pPr algn="l">
              <a:defRPr sz="2175" b="1">
                <a:solidFill>
                  <a:srgbClr val="17785B"/>
                </a:solidFill>
                <a:latin typeface="Noto Sans KR"/>
                <a:ea typeface="Noto Sans KR"/>
                <a:cs typeface="Noto Sans KR"/>
              </a:defRPr>
            </a:lvl3pPr>
            <a:lvl4pPr algn="l">
              <a:defRPr sz="2175" b="1">
                <a:solidFill>
                  <a:srgbClr val="17785B"/>
                </a:solidFill>
                <a:latin typeface="Noto Sans KR"/>
                <a:ea typeface="Noto Sans KR"/>
                <a:cs typeface="Noto Sans KR"/>
              </a:defRPr>
            </a:lvl4pPr>
            <a:lvl5pPr algn="l">
              <a:defRPr sz="2175" b="1">
                <a:solidFill>
                  <a:srgbClr val="17785B"/>
                </a:solidFill>
                <a:latin typeface="Noto Sans KR"/>
                <a:ea typeface="Noto Sans KR"/>
                <a:cs typeface="Noto Sans KR"/>
              </a:defRPr>
            </a:lvl5pPr>
            <a:lvl6pPr algn="l">
              <a:defRPr sz="2175" b="1">
                <a:solidFill>
                  <a:srgbClr val="17785B"/>
                </a:solidFill>
                <a:latin typeface="Noto Sans KR"/>
                <a:ea typeface="Noto Sans KR"/>
                <a:cs typeface="Noto Sans KR"/>
              </a:defRPr>
            </a:lvl6pPr>
            <a:lvl7pPr algn="l">
              <a:defRPr sz="2175" b="1">
                <a:solidFill>
                  <a:srgbClr val="17785B"/>
                </a:solidFill>
                <a:latin typeface="Noto Sans KR"/>
                <a:ea typeface="Noto Sans KR"/>
                <a:cs typeface="Noto Sans KR"/>
              </a:defRPr>
            </a:lvl7pPr>
            <a:lvl8pPr algn="l">
              <a:defRPr sz="2175" b="1">
                <a:solidFill>
                  <a:srgbClr val="17785B"/>
                </a:solidFill>
                <a:latin typeface="Noto Sans KR"/>
                <a:ea typeface="Noto Sans KR"/>
                <a:cs typeface="Noto Sans KR"/>
              </a:defRPr>
            </a:lvl8pPr>
            <a:lvl9pPr algn="l">
              <a:defRPr sz="2175" b="1">
                <a:solidFill>
                  <a:srgbClr val="17785B"/>
                </a:solidFill>
                <a:latin typeface="Noto Sans KR"/>
                <a:ea typeface="Noto Sans KR"/>
                <a:cs typeface="Noto Sans KR"/>
              </a:defRPr>
            </a:lvl9pPr>
          </a:lstStyle>
          <a:p xmlns:a="http://schemas.openxmlformats.org/drawingml/2006/main">
            <a:pPr algn="l">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예상 출하량 또는 총매출</a:t>
            </a:r>
          </a:p>
        </p:txBody>
      </p:sp>
      <p:sp>
        <p:nvSpPr>
          <p:cNvPr id="7" name="운영비와 투자비, 가격 하락 조건">
            <a:extLst xmlns:a="http://schemas.openxmlformats.org/drawingml/2006/main">
              <a:ext uri="{FF2B5EF4-FFF2-40B4-BE49-F238E27FC236}">
                <a16:creationId xmlns:a16="http://schemas.microsoft.com/office/drawing/2014/main" id="{39A7CE5C-4007-483D-8A76-6286FDECCAFF}"/>
              </a:ext>
            </a:extLst>
          </p:cNvPr>
          <p:cNvSpPr>
            <a:spLocks xmlns:a="http://schemas.openxmlformats.org/drawingml/2006/main" noGrp="1"/>
          </p:cNvSpPr>
          <p:nvPr/>
        </p:nvSpPr>
        <p:spPr>
          <a:xfrm xmlns:a="http://schemas.openxmlformats.org/drawingml/2006/main">
            <a:off x="609600" y="4857750"/>
            <a:ext cx="5324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785B"/>
                </a:solidFill>
                <a:latin typeface="Noto Sans KR"/>
                <a:ea typeface="Noto Sans KR"/>
                <a:cs typeface="Noto Sans KR"/>
              </a:defRPr>
            </a:defPPr>
            <a:lvl1pPr algn="l">
              <a:defRPr sz="2175" b="1">
                <a:solidFill>
                  <a:srgbClr val="17785B"/>
                </a:solidFill>
                <a:latin typeface="Noto Sans KR"/>
                <a:ea typeface="Noto Sans KR"/>
                <a:cs typeface="Noto Sans KR"/>
              </a:defRPr>
            </a:lvl1pPr>
            <a:lvl2pPr algn="l">
              <a:defRPr sz="2175" b="1">
                <a:solidFill>
                  <a:srgbClr val="17785B"/>
                </a:solidFill>
                <a:latin typeface="Noto Sans KR"/>
                <a:ea typeface="Noto Sans KR"/>
                <a:cs typeface="Noto Sans KR"/>
              </a:defRPr>
            </a:lvl2pPr>
            <a:lvl3pPr algn="l">
              <a:defRPr sz="2175" b="1">
                <a:solidFill>
                  <a:srgbClr val="17785B"/>
                </a:solidFill>
                <a:latin typeface="Noto Sans KR"/>
                <a:ea typeface="Noto Sans KR"/>
                <a:cs typeface="Noto Sans KR"/>
              </a:defRPr>
            </a:lvl3pPr>
            <a:lvl4pPr algn="l">
              <a:defRPr sz="2175" b="1">
                <a:solidFill>
                  <a:srgbClr val="17785B"/>
                </a:solidFill>
                <a:latin typeface="Noto Sans KR"/>
                <a:ea typeface="Noto Sans KR"/>
                <a:cs typeface="Noto Sans KR"/>
              </a:defRPr>
            </a:lvl4pPr>
            <a:lvl5pPr algn="l">
              <a:defRPr sz="2175" b="1">
                <a:solidFill>
                  <a:srgbClr val="17785B"/>
                </a:solidFill>
                <a:latin typeface="Noto Sans KR"/>
                <a:ea typeface="Noto Sans KR"/>
                <a:cs typeface="Noto Sans KR"/>
              </a:defRPr>
            </a:lvl5pPr>
            <a:lvl6pPr algn="l">
              <a:defRPr sz="2175" b="1">
                <a:solidFill>
                  <a:srgbClr val="17785B"/>
                </a:solidFill>
                <a:latin typeface="Noto Sans KR"/>
                <a:ea typeface="Noto Sans KR"/>
                <a:cs typeface="Noto Sans KR"/>
              </a:defRPr>
            </a:lvl6pPr>
            <a:lvl7pPr algn="l">
              <a:defRPr sz="2175" b="1">
                <a:solidFill>
                  <a:srgbClr val="17785B"/>
                </a:solidFill>
                <a:latin typeface="Noto Sans KR"/>
                <a:ea typeface="Noto Sans KR"/>
                <a:cs typeface="Noto Sans KR"/>
              </a:defRPr>
            </a:lvl7pPr>
            <a:lvl8pPr algn="l">
              <a:defRPr sz="2175" b="1">
                <a:solidFill>
                  <a:srgbClr val="17785B"/>
                </a:solidFill>
                <a:latin typeface="Noto Sans KR"/>
                <a:ea typeface="Noto Sans KR"/>
                <a:cs typeface="Noto Sans KR"/>
              </a:defRPr>
            </a:lvl8pPr>
            <a:lvl9pPr algn="l">
              <a:defRPr sz="2175" b="1">
                <a:solidFill>
                  <a:srgbClr val="17785B"/>
                </a:solidFill>
                <a:latin typeface="Noto Sans KR"/>
                <a:ea typeface="Noto Sans KR"/>
                <a:cs typeface="Noto Sans KR"/>
              </a:defRPr>
            </a:lvl9pPr>
          </a:lstStyle>
          <a:p xmlns:a="http://schemas.openxmlformats.org/drawingml/2006/main">
            <a:pPr algn="l">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운영비와 투자비, 가격 하락 조건</a:t>
            </a:r>
          </a:p>
        </p:txBody>
      </p:sp>
      <p:sp>
        <p:nvSpPr>
          <p:cNvPr id="8" name="서비스는 계획에 따른 계산 결과를 비교합니다. 장비 도입의 수확 증가 효과는 별도로 검증해야 합니다.">
            <a:extLst xmlns:a="http://schemas.openxmlformats.org/drawingml/2006/main">
              <a:ext uri="{FF2B5EF4-FFF2-40B4-BE49-F238E27FC236}">
                <a16:creationId xmlns:a16="http://schemas.microsoft.com/office/drawing/2014/main" id="{56932FB7-84AF-4358-8665-61FC42BD240E}"/>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서비스는 계획에 따른 계산 결과를 비교합니다. 장비 도입의 수확 증가 효과는 별도로 검증해야 합니다.</a:t>
            </a:r>
          </a:p>
        </p:txBody>
      </p:sp>
    </p:spTree>
    <p:extLst>
      <p:ext uri="{BB962C8B-B14F-4D97-AF65-F5344CB8AC3E}">
        <p14:creationId xmlns:p14="http://schemas.microsoft.com/office/powerpoint/2010/main" val="17222053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대회 명세서는 연결·학습 코드에 반영">
            <a:extLst xmlns:a="http://schemas.openxmlformats.org/drawingml/2006/main">
              <a:ext uri="{FF2B5EF4-FFF2-40B4-BE49-F238E27FC236}">
                <a16:creationId xmlns:a16="http://schemas.microsoft.com/office/drawing/2014/main" id="{E4D4882A-379B-470B-A6DF-000159B30070}"/>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대회 명세서는 연결·학습 코드에 반영</a:t>
            </a:r>
          </a:p>
        </p:txBody>
      </p:sp>
      <p:sp>
        <p:nvSpPr>
          <p:cNvPr id="2" name="03">
            <a:extLst xmlns:a="http://schemas.openxmlformats.org/drawingml/2006/main">
              <a:ext uri="{FF2B5EF4-FFF2-40B4-BE49-F238E27FC236}">
                <a16:creationId xmlns:a16="http://schemas.microsoft.com/office/drawing/2014/main" id="{B4722C03-74FA-4A33-92B4-464E3A54BE76}"/>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03</a:t>
            </a:r>
          </a:p>
        </p:txBody>
      </p:sp>
      <p:sp>
        <p:nvSpPr>
          <p:cNvPr id="3" name="명세 79필드를 반영한 흐름">
            <a:extLst xmlns:a="http://schemas.openxmlformats.org/drawingml/2006/main">
              <a:ext uri="{FF2B5EF4-FFF2-40B4-BE49-F238E27FC236}">
                <a16:creationId xmlns:a16="http://schemas.microsoft.com/office/drawing/2014/main" id="{E6570236-D809-4FCC-8EC1-8830C2D6AAF6}"/>
              </a:ext>
            </a:extLst>
          </p:cNvPr>
          <p:cNvSpPr>
            <a:spLocks xmlns:a="http://schemas.openxmlformats.org/drawingml/2006/main" noGrp="1"/>
          </p:cNvSpPr>
          <p:nvPr/>
        </p:nvSpPr>
        <p:spPr>
          <a:xfrm xmlns:a="http://schemas.openxmlformats.org/drawingml/2006/main">
            <a:off x="609600" y="172402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158A7"/>
                </a:solidFill>
                <a:latin typeface="Noto Sans KR"/>
                <a:ea typeface="Noto Sans KR"/>
                <a:cs typeface="Noto Sans KR"/>
              </a:defRPr>
            </a:defPPr>
            <a:lvl1pPr algn="l">
              <a:defRPr sz="1950" b="1">
                <a:solidFill>
                  <a:srgbClr val="3158A7"/>
                </a:solidFill>
                <a:latin typeface="Noto Sans KR"/>
                <a:ea typeface="Noto Sans KR"/>
                <a:cs typeface="Noto Sans KR"/>
              </a:defRPr>
            </a:lvl1pPr>
            <a:lvl2pPr algn="l">
              <a:defRPr sz="1950" b="1">
                <a:solidFill>
                  <a:srgbClr val="3158A7"/>
                </a:solidFill>
                <a:latin typeface="Noto Sans KR"/>
                <a:ea typeface="Noto Sans KR"/>
                <a:cs typeface="Noto Sans KR"/>
              </a:defRPr>
            </a:lvl2pPr>
            <a:lvl3pPr algn="l">
              <a:defRPr sz="1950" b="1">
                <a:solidFill>
                  <a:srgbClr val="3158A7"/>
                </a:solidFill>
                <a:latin typeface="Noto Sans KR"/>
                <a:ea typeface="Noto Sans KR"/>
                <a:cs typeface="Noto Sans KR"/>
              </a:defRPr>
            </a:lvl3pPr>
            <a:lvl4pPr algn="l">
              <a:defRPr sz="1950" b="1">
                <a:solidFill>
                  <a:srgbClr val="3158A7"/>
                </a:solidFill>
                <a:latin typeface="Noto Sans KR"/>
                <a:ea typeface="Noto Sans KR"/>
                <a:cs typeface="Noto Sans KR"/>
              </a:defRPr>
            </a:lvl4pPr>
            <a:lvl5pPr algn="l">
              <a:defRPr sz="1950" b="1">
                <a:solidFill>
                  <a:srgbClr val="3158A7"/>
                </a:solidFill>
                <a:latin typeface="Noto Sans KR"/>
                <a:ea typeface="Noto Sans KR"/>
                <a:cs typeface="Noto Sans KR"/>
              </a:defRPr>
            </a:lvl5pPr>
            <a:lvl6pPr algn="l">
              <a:defRPr sz="1950" b="1">
                <a:solidFill>
                  <a:srgbClr val="3158A7"/>
                </a:solidFill>
                <a:latin typeface="Noto Sans KR"/>
                <a:ea typeface="Noto Sans KR"/>
                <a:cs typeface="Noto Sans KR"/>
              </a:defRPr>
            </a:lvl6pPr>
            <a:lvl7pPr algn="l">
              <a:defRPr sz="1950" b="1">
                <a:solidFill>
                  <a:srgbClr val="3158A7"/>
                </a:solidFill>
                <a:latin typeface="Noto Sans KR"/>
                <a:ea typeface="Noto Sans KR"/>
                <a:cs typeface="Noto Sans KR"/>
              </a:defRPr>
            </a:lvl7pPr>
            <a:lvl8pPr algn="l">
              <a:defRPr sz="1950" b="1">
                <a:solidFill>
                  <a:srgbClr val="3158A7"/>
                </a:solidFill>
                <a:latin typeface="Noto Sans KR"/>
                <a:ea typeface="Noto Sans KR"/>
                <a:cs typeface="Noto Sans KR"/>
              </a:defRPr>
            </a:lvl8pPr>
            <a:lvl9pPr algn="l">
              <a:defRPr sz="1950" b="1">
                <a:solidFill>
                  <a:srgbClr val="3158A7"/>
                </a:solidFill>
                <a:latin typeface="Noto Sans KR"/>
                <a:ea typeface="Noto Sans KR"/>
                <a:cs typeface="Noto Sans KR"/>
              </a:defRPr>
            </a:lvl9pPr>
          </a:lstStyle>
          <a:p xmlns:a="http://schemas.openxmlformats.org/drawingml/2006/main">
            <a:pPr algn="l">
              <a:defRPr sz="1950" b="1">
                <a:solidFill>
                  <a:srgbClr val="3158A7"/>
                </a:solidFill>
                <a:latin typeface="Noto Sans KR"/>
                <a:ea typeface="Noto Sans KR"/>
                <a:cs typeface="Noto Sans KR"/>
              </a:defRPr>
            </a:pPr>
            <a:r>
              <a:rPr sz="1950" b="1">
                <a:solidFill>
                  <a:srgbClr val="3158A7"/>
                </a:solidFill>
                <a:latin typeface="Noto Sans KR"/>
                <a:ea typeface="Noto Sans KR"/>
                <a:cs typeface="Noto Sans KR"/>
              </a:rPr>
              <a:t>명세 79필드를 반영한 흐름</a:t>
            </a:r>
          </a:p>
        </p:txBody>
      </p:sp>
      <p:sp>
        <p:nvSpPr>
          <p:cNvPr id="4" name="시설  DZ_002">
            <a:extLst xmlns:a="http://schemas.openxmlformats.org/drawingml/2006/main">
              <a:ext uri="{FF2B5EF4-FFF2-40B4-BE49-F238E27FC236}">
                <a16:creationId xmlns:a16="http://schemas.microsoft.com/office/drawing/2014/main" id="{A389E7CD-836C-4546-B404-A5630468F5AB}"/>
              </a:ext>
            </a:extLst>
          </p:cNvPr>
          <p:cNvSpPr>
            <a:spLocks xmlns:a="http://schemas.openxmlformats.org/drawingml/2006/main" noGrp="1"/>
          </p:cNvSpPr>
          <p:nvPr/>
        </p:nvSpPr>
        <p:spPr>
          <a:xfrm xmlns:a="http://schemas.openxmlformats.org/drawingml/2006/main">
            <a:off x="609600" y="2343150"/>
            <a:ext cx="300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시설  DZ_002</a:t>
            </a:r>
          </a:p>
        </p:txBody>
      </p:sp>
      <p:sp>
        <p:nvSpPr>
          <p:cNvPr id="5" name="7개 계획 변수">
            <a:extLst xmlns:a="http://schemas.openxmlformats.org/drawingml/2006/main">
              <a:ext uri="{FF2B5EF4-FFF2-40B4-BE49-F238E27FC236}">
                <a16:creationId xmlns:a16="http://schemas.microsoft.com/office/drawing/2014/main" id="{3956F802-AFFA-4F4A-A574-A52745BADEED}"/>
              </a:ext>
            </a:extLst>
          </p:cNvPr>
          <p:cNvSpPr>
            <a:spLocks xmlns:a="http://schemas.openxmlformats.org/drawingml/2006/main" noGrp="1"/>
          </p:cNvSpPr>
          <p:nvPr/>
        </p:nvSpPr>
        <p:spPr>
          <a:xfrm xmlns:a="http://schemas.openxmlformats.org/drawingml/2006/main">
            <a:off x="609600" y="283845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7개 계획 변수</a:t>
            </a:r>
          </a:p>
        </p:txBody>
      </p:sp>
      <p:sp>
        <p:nvSpPr>
          <p:cNvPr id="6" name="경영조사  DZ_004">
            <a:extLst xmlns:a="http://schemas.openxmlformats.org/drawingml/2006/main">
              <a:ext uri="{FF2B5EF4-FFF2-40B4-BE49-F238E27FC236}">
                <a16:creationId xmlns:a16="http://schemas.microsoft.com/office/drawing/2014/main" id="{EE214A17-4CF6-42AB-B656-8B7B1FEADC69}"/>
              </a:ext>
            </a:extLst>
          </p:cNvPr>
          <p:cNvSpPr>
            <a:spLocks xmlns:a="http://schemas.openxmlformats.org/drawingml/2006/main" noGrp="1"/>
          </p:cNvSpPr>
          <p:nvPr/>
        </p:nvSpPr>
        <p:spPr>
          <a:xfrm xmlns:a="http://schemas.openxmlformats.org/drawingml/2006/main">
            <a:off x="4057650" y="234315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경영조사  DZ_004</a:t>
            </a:r>
          </a:p>
        </p:txBody>
      </p:sp>
      <p:sp>
        <p:nvSpPr>
          <p:cNvPr id="7" name="출하량 kg · 총수입(매출) 원">
            <a:extLst xmlns:a="http://schemas.openxmlformats.org/drawingml/2006/main">
              <a:ext uri="{FF2B5EF4-FFF2-40B4-BE49-F238E27FC236}">
                <a16:creationId xmlns:a16="http://schemas.microsoft.com/office/drawing/2014/main" id="{8EDBDA12-8D23-407D-A764-F8665EAFFBBE}"/>
              </a:ext>
            </a:extLst>
          </p:cNvPr>
          <p:cNvSpPr>
            <a:spLocks xmlns:a="http://schemas.openxmlformats.org/drawingml/2006/main" noGrp="1"/>
          </p:cNvSpPr>
          <p:nvPr/>
        </p:nvSpPr>
        <p:spPr>
          <a:xfrm xmlns:a="http://schemas.openxmlformats.org/drawingml/2006/main">
            <a:off x="4057650" y="2838450"/>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출하량 kg · 총수입(매출) 원</a:t>
            </a:r>
          </a:p>
        </p:txBody>
      </p:sp>
      <p:sp>
        <p:nvSpPr>
          <p:cNvPr id="8" name="">
            <a:extLst xmlns:a="http://schemas.openxmlformats.org/drawingml/2006/main">
              <a:ext uri="{FF2B5EF4-FFF2-40B4-BE49-F238E27FC236}">
                <a16:creationId xmlns:a16="http://schemas.microsoft.com/office/drawing/2014/main" id="{2501ED49-F10D-4481-900F-A1E611B7A3BB}"/>
              </a:ext>
            </a:extLst>
          </p:cNvPr>
          <p:cNvSpPr>
            <a:spLocks xmlns:a="http://schemas.openxmlformats.org/drawingml/2006/main" noGrp="1"/>
          </p:cNvSpPr>
          <p:nvPr/>
        </p:nvSpPr>
        <p:spPr>
          <a:xfrm xmlns:a="http://schemas.openxmlformats.org/drawingml/2006/main">
            <a:off x="609600" y="3476625"/>
            <a:ext cx="6667500" cy="0"/>
          </a:xfrm>
          <a:prstGeom xmlns:a="http://schemas.openxmlformats.org/drawingml/2006/main" prst="line">
            <a:avLst/>
          </a:prstGeom>
          <a:ln xmlns:a="http://schemas.openxmlformats.org/drawingml/2006/main" w="28575">
            <a:solidFill>
              <a:srgbClr val="3158A7"/>
            </a:solidFill>
          </a:ln>
        </p:spPr>
      </p:sp>
      <p:sp>
        <p:nvSpPr>
          <p:cNvPr id="9" name="시설ID + 작기 기간으로 연결">
            <a:extLst xmlns:a="http://schemas.openxmlformats.org/drawingml/2006/main">
              <a:ext uri="{FF2B5EF4-FFF2-40B4-BE49-F238E27FC236}">
                <a16:creationId xmlns:a16="http://schemas.microsoft.com/office/drawing/2014/main" id="{C9D88747-25E3-4FA6-8151-6D1F26779771}"/>
              </a:ext>
            </a:extLst>
          </p:cNvPr>
          <p:cNvSpPr>
            <a:spLocks xmlns:a="http://schemas.openxmlformats.org/drawingml/2006/main" noGrp="1"/>
          </p:cNvSpPr>
          <p:nvPr/>
        </p:nvSpPr>
        <p:spPr>
          <a:xfrm xmlns:a="http://schemas.openxmlformats.org/drawingml/2006/main">
            <a:off x="609600" y="377190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158A7"/>
                </a:solidFill>
                <a:latin typeface="Noto Sans KR"/>
                <a:ea typeface="Noto Sans KR"/>
                <a:cs typeface="Noto Sans KR"/>
              </a:defRPr>
            </a:defPPr>
            <a:lvl1pPr algn="l">
              <a:defRPr sz="2550" b="1">
                <a:solidFill>
                  <a:srgbClr val="3158A7"/>
                </a:solidFill>
                <a:latin typeface="Noto Sans KR"/>
                <a:ea typeface="Noto Sans KR"/>
                <a:cs typeface="Noto Sans KR"/>
              </a:defRPr>
            </a:lvl1pPr>
            <a:lvl2pPr algn="l">
              <a:defRPr sz="2550" b="1">
                <a:solidFill>
                  <a:srgbClr val="3158A7"/>
                </a:solidFill>
                <a:latin typeface="Noto Sans KR"/>
                <a:ea typeface="Noto Sans KR"/>
                <a:cs typeface="Noto Sans KR"/>
              </a:defRPr>
            </a:lvl2pPr>
            <a:lvl3pPr algn="l">
              <a:defRPr sz="2550" b="1">
                <a:solidFill>
                  <a:srgbClr val="3158A7"/>
                </a:solidFill>
                <a:latin typeface="Noto Sans KR"/>
                <a:ea typeface="Noto Sans KR"/>
                <a:cs typeface="Noto Sans KR"/>
              </a:defRPr>
            </a:lvl3pPr>
            <a:lvl4pPr algn="l">
              <a:defRPr sz="2550" b="1">
                <a:solidFill>
                  <a:srgbClr val="3158A7"/>
                </a:solidFill>
                <a:latin typeface="Noto Sans KR"/>
                <a:ea typeface="Noto Sans KR"/>
                <a:cs typeface="Noto Sans KR"/>
              </a:defRPr>
            </a:lvl4pPr>
            <a:lvl5pPr algn="l">
              <a:defRPr sz="2550" b="1">
                <a:solidFill>
                  <a:srgbClr val="3158A7"/>
                </a:solidFill>
                <a:latin typeface="Noto Sans KR"/>
                <a:ea typeface="Noto Sans KR"/>
                <a:cs typeface="Noto Sans KR"/>
              </a:defRPr>
            </a:lvl5pPr>
            <a:lvl6pPr algn="l">
              <a:defRPr sz="2550" b="1">
                <a:solidFill>
                  <a:srgbClr val="3158A7"/>
                </a:solidFill>
                <a:latin typeface="Noto Sans KR"/>
                <a:ea typeface="Noto Sans KR"/>
                <a:cs typeface="Noto Sans KR"/>
              </a:defRPr>
            </a:lvl6pPr>
            <a:lvl7pPr algn="l">
              <a:defRPr sz="2550" b="1">
                <a:solidFill>
                  <a:srgbClr val="3158A7"/>
                </a:solidFill>
                <a:latin typeface="Noto Sans KR"/>
                <a:ea typeface="Noto Sans KR"/>
                <a:cs typeface="Noto Sans KR"/>
              </a:defRPr>
            </a:lvl7pPr>
            <a:lvl8pPr algn="l">
              <a:defRPr sz="2550" b="1">
                <a:solidFill>
                  <a:srgbClr val="3158A7"/>
                </a:solidFill>
                <a:latin typeface="Noto Sans KR"/>
                <a:ea typeface="Noto Sans KR"/>
                <a:cs typeface="Noto Sans KR"/>
              </a:defRPr>
            </a:lvl8pPr>
            <a:lvl9pPr algn="l">
              <a:defRPr sz="2550" b="1">
                <a:solidFill>
                  <a:srgbClr val="3158A7"/>
                </a:solidFill>
                <a:latin typeface="Noto Sans KR"/>
                <a:ea typeface="Noto Sans KR"/>
                <a:cs typeface="Noto Sans KR"/>
              </a:defRPr>
            </a:lvl9pPr>
          </a:lstStyle>
          <a:p xmlns:a="http://schemas.openxmlformats.org/drawingml/2006/main">
            <a:pPr algn="l">
              <a:defRPr sz="2550" b="1">
                <a:solidFill>
                  <a:srgbClr val="3158A7"/>
                </a:solidFill>
                <a:latin typeface="Noto Sans KR"/>
                <a:ea typeface="Noto Sans KR"/>
                <a:cs typeface="Noto Sans KR"/>
              </a:defRPr>
            </a:pPr>
            <a:r>
              <a:rPr sz="2550" b="1">
                <a:solidFill>
                  <a:srgbClr val="3158A7"/>
                </a:solidFill>
                <a:latin typeface="Noto Sans KR"/>
                <a:ea typeface="Noto Sans KR"/>
                <a:cs typeface="Noto Sans KR"/>
              </a:rPr>
              <a:t>시설ID + 작기 기간으로 연결</a:t>
            </a:r>
          </a:p>
        </p:txBody>
      </p:sp>
      <p:sp>
        <p:nvSpPr>
          <p:cNvPr id="10" name="검사 · 학습 · 예측 · 경제성 계산 코드">
            <a:extLst xmlns:a="http://schemas.openxmlformats.org/drawingml/2006/main">
              <a:ext uri="{FF2B5EF4-FFF2-40B4-BE49-F238E27FC236}">
                <a16:creationId xmlns:a16="http://schemas.microsoft.com/office/drawing/2014/main" id="{40BFC395-2D9F-498C-95B8-96A82C3E5240}"/>
              </a:ext>
            </a:extLst>
          </p:cNvPr>
          <p:cNvSpPr>
            <a:spLocks xmlns:a="http://schemas.openxmlformats.org/drawingml/2006/main" noGrp="1"/>
          </p:cNvSpPr>
          <p:nvPr/>
        </p:nvSpPr>
        <p:spPr>
          <a:xfrm xmlns:a="http://schemas.openxmlformats.org/drawingml/2006/main">
            <a:off x="609600" y="443865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검사 · 학습 · 예측 · 경제성 계산 코드</a:t>
            </a:r>
          </a:p>
        </p:txBody>
      </p:sp>
      <p:sp>
        <p:nvSpPr>
          <p:cNvPr id="11" name="">
            <a:extLst xmlns:a="http://schemas.openxmlformats.org/drawingml/2006/main">
              <a:ext uri="{FF2B5EF4-FFF2-40B4-BE49-F238E27FC236}">
                <a16:creationId xmlns:a16="http://schemas.microsoft.com/office/drawing/2014/main" id="{C51889E1-5506-42D9-9800-CC1762BB7B1C}"/>
              </a:ext>
            </a:extLst>
          </p:cNvPr>
          <p:cNvSpPr>
            <a:spLocks xmlns:a="http://schemas.openxmlformats.org/drawingml/2006/main" noGrp="1"/>
          </p:cNvSpPr>
          <p:nvPr/>
        </p:nvSpPr>
        <p:spPr>
          <a:xfrm xmlns:a="http://schemas.openxmlformats.org/drawingml/2006/main">
            <a:off x="7839075" y="1714500"/>
            <a:ext cx="0" cy="3648075"/>
          </a:xfrm>
          <a:prstGeom xmlns:a="http://schemas.openxmlformats.org/drawingml/2006/main" prst="line">
            <a:avLst/>
          </a:prstGeom>
          <a:ln xmlns:a="http://schemas.openxmlformats.org/drawingml/2006/main" w="14288">
            <a:solidFill>
              <a:srgbClr val="D5E0DE"/>
            </a:solidFill>
          </a:ln>
        </p:spPr>
      </p:sp>
      <p:sp>
        <p:nvSpPr>
          <p:cNvPr id="12" name="현재 확인한 범위">
            <a:extLst xmlns:a="http://schemas.openxmlformats.org/drawingml/2006/main">
              <a:ext uri="{FF2B5EF4-FFF2-40B4-BE49-F238E27FC236}">
                <a16:creationId xmlns:a16="http://schemas.microsoft.com/office/drawing/2014/main" id="{6AFF2CAC-66B6-4AF9-B245-CDB3F7A217B7}"/>
              </a:ext>
            </a:extLst>
          </p:cNvPr>
          <p:cNvSpPr>
            <a:spLocks xmlns:a="http://schemas.openxmlformats.org/drawingml/2006/main" noGrp="1"/>
          </p:cNvSpPr>
          <p:nvPr/>
        </p:nvSpPr>
        <p:spPr>
          <a:xfrm xmlns:a="http://schemas.openxmlformats.org/drawingml/2006/main">
            <a:off x="83439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BD5232"/>
                </a:solidFill>
                <a:latin typeface="Noto Sans KR"/>
                <a:ea typeface="Noto Sans KR"/>
                <a:cs typeface="Noto Sans KR"/>
              </a:defRPr>
            </a:defPPr>
            <a:lvl1pPr algn="l">
              <a:defRPr sz="1950" b="1">
                <a:solidFill>
                  <a:srgbClr val="BD5232"/>
                </a:solidFill>
                <a:latin typeface="Noto Sans KR"/>
                <a:ea typeface="Noto Sans KR"/>
                <a:cs typeface="Noto Sans KR"/>
              </a:defRPr>
            </a:lvl1pPr>
            <a:lvl2pPr algn="l">
              <a:defRPr sz="1950" b="1">
                <a:solidFill>
                  <a:srgbClr val="BD5232"/>
                </a:solidFill>
                <a:latin typeface="Noto Sans KR"/>
                <a:ea typeface="Noto Sans KR"/>
                <a:cs typeface="Noto Sans KR"/>
              </a:defRPr>
            </a:lvl2pPr>
            <a:lvl3pPr algn="l">
              <a:defRPr sz="1950" b="1">
                <a:solidFill>
                  <a:srgbClr val="BD5232"/>
                </a:solidFill>
                <a:latin typeface="Noto Sans KR"/>
                <a:ea typeface="Noto Sans KR"/>
                <a:cs typeface="Noto Sans KR"/>
              </a:defRPr>
            </a:lvl3pPr>
            <a:lvl4pPr algn="l">
              <a:defRPr sz="1950" b="1">
                <a:solidFill>
                  <a:srgbClr val="BD5232"/>
                </a:solidFill>
                <a:latin typeface="Noto Sans KR"/>
                <a:ea typeface="Noto Sans KR"/>
                <a:cs typeface="Noto Sans KR"/>
              </a:defRPr>
            </a:lvl4pPr>
            <a:lvl5pPr algn="l">
              <a:defRPr sz="1950" b="1">
                <a:solidFill>
                  <a:srgbClr val="BD5232"/>
                </a:solidFill>
                <a:latin typeface="Noto Sans KR"/>
                <a:ea typeface="Noto Sans KR"/>
                <a:cs typeface="Noto Sans KR"/>
              </a:defRPr>
            </a:lvl5pPr>
            <a:lvl6pPr algn="l">
              <a:defRPr sz="1950" b="1">
                <a:solidFill>
                  <a:srgbClr val="BD5232"/>
                </a:solidFill>
                <a:latin typeface="Noto Sans KR"/>
                <a:ea typeface="Noto Sans KR"/>
                <a:cs typeface="Noto Sans KR"/>
              </a:defRPr>
            </a:lvl6pPr>
            <a:lvl7pPr algn="l">
              <a:defRPr sz="1950" b="1">
                <a:solidFill>
                  <a:srgbClr val="BD5232"/>
                </a:solidFill>
                <a:latin typeface="Noto Sans KR"/>
                <a:ea typeface="Noto Sans KR"/>
                <a:cs typeface="Noto Sans KR"/>
              </a:defRPr>
            </a:lvl7pPr>
            <a:lvl8pPr algn="l">
              <a:defRPr sz="1950" b="1">
                <a:solidFill>
                  <a:srgbClr val="BD5232"/>
                </a:solidFill>
                <a:latin typeface="Noto Sans KR"/>
                <a:ea typeface="Noto Sans KR"/>
                <a:cs typeface="Noto Sans KR"/>
              </a:defRPr>
            </a:lvl8pPr>
            <a:lvl9pPr algn="l">
              <a:defRPr sz="1950" b="1">
                <a:solidFill>
                  <a:srgbClr val="BD5232"/>
                </a:solidFill>
                <a:latin typeface="Noto Sans KR"/>
                <a:ea typeface="Noto Sans KR"/>
                <a:cs typeface="Noto Sans KR"/>
              </a:defRPr>
            </a:lvl9pPr>
          </a:lstStyle>
          <a:p xmlns:a="http://schemas.openxmlformats.org/drawingml/2006/main">
            <a:pPr algn="l">
              <a:defRPr sz="1950" b="1">
                <a:solidFill>
                  <a:srgbClr val="BD5232"/>
                </a:solidFill>
                <a:latin typeface="Noto Sans KR"/>
                <a:ea typeface="Noto Sans KR"/>
                <a:cs typeface="Noto Sans KR"/>
              </a:defRPr>
            </a:pPr>
            <a:r>
              <a:rPr sz="1950" b="1">
                <a:solidFill>
                  <a:srgbClr val="BD5232"/>
                </a:solidFill>
                <a:latin typeface="Noto Sans KR"/>
                <a:ea typeface="Noto Sans KR"/>
                <a:cs typeface="Noto Sans KR"/>
              </a:rPr>
              <a:t>현재 확인한 범위</a:t>
            </a:r>
          </a:p>
        </p:txBody>
      </p:sp>
      <p:sp>
        <p:nvSpPr>
          <p:cNvPr id="13" name="미개방 원자료">
            <a:extLst xmlns:a="http://schemas.openxmlformats.org/drawingml/2006/main">
              <a:ext uri="{FF2B5EF4-FFF2-40B4-BE49-F238E27FC236}">
                <a16:creationId xmlns:a16="http://schemas.microsoft.com/office/drawing/2014/main" id="{26519561-08A8-4F55-9379-C6D834751DDC}"/>
              </a:ext>
            </a:extLst>
          </p:cNvPr>
          <p:cNvSpPr>
            <a:spLocks xmlns:a="http://schemas.openxmlformats.org/drawingml/2006/main" noGrp="1"/>
          </p:cNvSpPr>
          <p:nvPr/>
        </p:nvSpPr>
        <p:spPr>
          <a:xfrm xmlns:a="http://schemas.openxmlformats.org/drawingml/2006/main">
            <a:off x="8343900" y="227647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미개방 원자료</a:t>
            </a:r>
          </a:p>
        </p:txBody>
      </p:sp>
      <p:sp>
        <p:nvSpPr>
          <p:cNvPr id="14" name="0행">
            <a:extLst xmlns:a="http://schemas.openxmlformats.org/drawingml/2006/main">
              <a:ext uri="{FF2B5EF4-FFF2-40B4-BE49-F238E27FC236}">
                <a16:creationId xmlns:a16="http://schemas.microsoft.com/office/drawing/2014/main" id="{722526CA-DED1-4FEC-93C3-7B2E83971589}"/>
              </a:ext>
            </a:extLst>
          </p:cNvPr>
          <p:cNvSpPr>
            <a:spLocks xmlns:a="http://schemas.openxmlformats.org/drawingml/2006/main" noGrp="1"/>
          </p:cNvSpPr>
          <p:nvPr/>
        </p:nvSpPr>
        <p:spPr>
          <a:xfrm xmlns:a="http://schemas.openxmlformats.org/drawingml/2006/main">
            <a:off x="8343900" y="2619375"/>
            <a:ext cx="323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BD5232"/>
                </a:solidFill>
                <a:latin typeface="Noto Sans KR"/>
                <a:ea typeface="Noto Sans KR"/>
                <a:cs typeface="Noto Sans KR"/>
              </a:defRPr>
            </a:defPPr>
            <a:lvl1pPr algn="l">
              <a:defRPr sz="5250" b="1">
                <a:solidFill>
                  <a:srgbClr val="BD5232"/>
                </a:solidFill>
                <a:latin typeface="Noto Sans KR"/>
                <a:ea typeface="Noto Sans KR"/>
                <a:cs typeface="Noto Sans KR"/>
              </a:defRPr>
            </a:lvl1pPr>
            <a:lvl2pPr algn="l">
              <a:defRPr sz="5250" b="1">
                <a:solidFill>
                  <a:srgbClr val="BD5232"/>
                </a:solidFill>
                <a:latin typeface="Noto Sans KR"/>
                <a:ea typeface="Noto Sans KR"/>
                <a:cs typeface="Noto Sans KR"/>
              </a:defRPr>
            </a:lvl2pPr>
            <a:lvl3pPr algn="l">
              <a:defRPr sz="5250" b="1">
                <a:solidFill>
                  <a:srgbClr val="BD5232"/>
                </a:solidFill>
                <a:latin typeface="Noto Sans KR"/>
                <a:ea typeface="Noto Sans KR"/>
                <a:cs typeface="Noto Sans KR"/>
              </a:defRPr>
            </a:lvl3pPr>
            <a:lvl4pPr algn="l">
              <a:defRPr sz="5250" b="1">
                <a:solidFill>
                  <a:srgbClr val="BD5232"/>
                </a:solidFill>
                <a:latin typeface="Noto Sans KR"/>
                <a:ea typeface="Noto Sans KR"/>
                <a:cs typeface="Noto Sans KR"/>
              </a:defRPr>
            </a:lvl4pPr>
            <a:lvl5pPr algn="l">
              <a:defRPr sz="5250" b="1">
                <a:solidFill>
                  <a:srgbClr val="BD5232"/>
                </a:solidFill>
                <a:latin typeface="Noto Sans KR"/>
                <a:ea typeface="Noto Sans KR"/>
                <a:cs typeface="Noto Sans KR"/>
              </a:defRPr>
            </a:lvl5pPr>
            <a:lvl6pPr algn="l">
              <a:defRPr sz="5250" b="1">
                <a:solidFill>
                  <a:srgbClr val="BD5232"/>
                </a:solidFill>
                <a:latin typeface="Noto Sans KR"/>
                <a:ea typeface="Noto Sans KR"/>
                <a:cs typeface="Noto Sans KR"/>
              </a:defRPr>
            </a:lvl6pPr>
            <a:lvl7pPr algn="l">
              <a:defRPr sz="5250" b="1">
                <a:solidFill>
                  <a:srgbClr val="BD5232"/>
                </a:solidFill>
                <a:latin typeface="Noto Sans KR"/>
                <a:ea typeface="Noto Sans KR"/>
                <a:cs typeface="Noto Sans KR"/>
              </a:defRPr>
            </a:lvl7pPr>
            <a:lvl8pPr algn="l">
              <a:defRPr sz="5250" b="1">
                <a:solidFill>
                  <a:srgbClr val="BD5232"/>
                </a:solidFill>
                <a:latin typeface="Noto Sans KR"/>
                <a:ea typeface="Noto Sans KR"/>
                <a:cs typeface="Noto Sans KR"/>
              </a:defRPr>
            </a:lvl8pPr>
            <a:lvl9pPr algn="l">
              <a:defRPr sz="5250" b="1">
                <a:solidFill>
                  <a:srgbClr val="BD5232"/>
                </a:solidFill>
                <a:latin typeface="Noto Sans KR"/>
                <a:ea typeface="Noto Sans KR"/>
                <a:cs typeface="Noto Sans KR"/>
              </a:defRPr>
            </a:lvl9pPr>
          </a:lstStyle>
          <a:p xmlns:a="http://schemas.openxmlformats.org/drawingml/2006/main">
            <a:pPr algn="l">
              <a:defRPr sz="5250" b="1">
                <a:solidFill>
                  <a:srgbClr val="BD5232"/>
                </a:solidFill>
                <a:latin typeface="Noto Sans KR"/>
                <a:ea typeface="Noto Sans KR"/>
                <a:cs typeface="Noto Sans KR"/>
              </a:defRPr>
            </a:pPr>
            <a:r>
              <a:rPr sz="5250" b="1">
                <a:solidFill>
                  <a:srgbClr val="BD5232"/>
                </a:solidFill>
                <a:latin typeface="Noto Sans KR"/>
                <a:ea typeface="Noto Sans KR"/>
                <a:cs typeface="Noto Sans KR"/>
              </a:rPr>
              <a:t>0행</a:t>
            </a:r>
          </a:p>
        </p:txBody>
      </p:sp>
      <p:sp>
        <p:nvSpPr>
          <p:cNvPr id="15" name="가상 자료로 동작 확인">
            <a:extLst xmlns:a="http://schemas.openxmlformats.org/drawingml/2006/main">
              <a:ext uri="{FF2B5EF4-FFF2-40B4-BE49-F238E27FC236}">
                <a16:creationId xmlns:a16="http://schemas.microsoft.com/office/drawing/2014/main" id="{3648512E-E950-4FA1-9584-59B49E71F5C4}"/>
              </a:ext>
            </a:extLst>
          </p:cNvPr>
          <p:cNvSpPr>
            <a:spLocks xmlns:a="http://schemas.openxmlformats.org/drawingml/2006/main" noGrp="1"/>
          </p:cNvSpPr>
          <p:nvPr/>
        </p:nvSpPr>
        <p:spPr>
          <a:xfrm xmlns:a="http://schemas.openxmlformats.org/drawingml/2006/main">
            <a:off x="8343900" y="36861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가상 자료로 동작 확인</a:t>
            </a:r>
          </a:p>
        </p:txBody>
      </p:sp>
      <p:sp>
        <p:nvSpPr>
          <p:cNvPr id="16" name="40시설 · 80작기">
            <a:extLst xmlns:a="http://schemas.openxmlformats.org/drawingml/2006/main">
              <a:ext uri="{FF2B5EF4-FFF2-40B4-BE49-F238E27FC236}">
                <a16:creationId xmlns:a16="http://schemas.microsoft.com/office/drawing/2014/main" id="{ABEF9BB4-2793-4A2A-B6A1-22C1AF6C9D42}"/>
              </a:ext>
            </a:extLst>
          </p:cNvPr>
          <p:cNvSpPr>
            <a:spLocks xmlns:a="http://schemas.openxmlformats.org/drawingml/2006/main" noGrp="1"/>
          </p:cNvSpPr>
          <p:nvPr/>
        </p:nvSpPr>
        <p:spPr>
          <a:xfrm xmlns:a="http://schemas.openxmlformats.org/drawingml/2006/main">
            <a:off x="8343900" y="4171950"/>
            <a:ext cx="323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52B33"/>
                </a:solidFill>
                <a:latin typeface="Noto Sans KR"/>
                <a:ea typeface="Noto Sans KR"/>
                <a:cs typeface="Noto Sans KR"/>
              </a:defRPr>
            </a:defPPr>
            <a:lvl1pPr algn="l">
              <a:defRPr sz="2625" b="1">
                <a:solidFill>
                  <a:srgbClr val="152B33"/>
                </a:solidFill>
                <a:latin typeface="Noto Sans KR"/>
                <a:ea typeface="Noto Sans KR"/>
                <a:cs typeface="Noto Sans KR"/>
              </a:defRPr>
            </a:lvl1pPr>
            <a:lvl2pPr algn="l">
              <a:defRPr sz="2625" b="1">
                <a:solidFill>
                  <a:srgbClr val="152B33"/>
                </a:solidFill>
                <a:latin typeface="Noto Sans KR"/>
                <a:ea typeface="Noto Sans KR"/>
                <a:cs typeface="Noto Sans KR"/>
              </a:defRPr>
            </a:lvl2pPr>
            <a:lvl3pPr algn="l">
              <a:defRPr sz="2625" b="1">
                <a:solidFill>
                  <a:srgbClr val="152B33"/>
                </a:solidFill>
                <a:latin typeface="Noto Sans KR"/>
                <a:ea typeface="Noto Sans KR"/>
                <a:cs typeface="Noto Sans KR"/>
              </a:defRPr>
            </a:lvl3pPr>
            <a:lvl4pPr algn="l">
              <a:defRPr sz="2625" b="1">
                <a:solidFill>
                  <a:srgbClr val="152B33"/>
                </a:solidFill>
                <a:latin typeface="Noto Sans KR"/>
                <a:ea typeface="Noto Sans KR"/>
                <a:cs typeface="Noto Sans KR"/>
              </a:defRPr>
            </a:lvl4pPr>
            <a:lvl5pPr algn="l">
              <a:defRPr sz="2625" b="1">
                <a:solidFill>
                  <a:srgbClr val="152B33"/>
                </a:solidFill>
                <a:latin typeface="Noto Sans KR"/>
                <a:ea typeface="Noto Sans KR"/>
                <a:cs typeface="Noto Sans KR"/>
              </a:defRPr>
            </a:lvl5pPr>
            <a:lvl6pPr algn="l">
              <a:defRPr sz="2625" b="1">
                <a:solidFill>
                  <a:srgbClr val="152B33"/>
                </a:solidFill>
                <a:latin typeface="Noto Sans KR"/>
                <a:ea typeface="Noto Sans KR"/>
                <a:cs typeface="Noto Sans KR"/>
              </a:defRPr>
            </a:lvl6pPr>
            <a:lvl7pPr algn="l">
              <a:defRPr sz="2625" b="1">
                <a:solidFill>
                  <a:srgbClr val="152B33"/>
                </a:solidFill>
                <a:latin typeface="Noto Sans KR"/>
                <a:ea typeface="Noto Sans KR"/>
                <a:cs typeface="Noto Sans KR"/>
              </a:defRPr>
            </a:lvl7pPr>
            <a:lvl8pPr algn="l">
              <a:defRPr sz="2625" b="1">
                <a:solidFill>
                  <a:srgbClr val="152B33"/>
                </a:solidFill>
                <a:latin typeface="Noto Sans KR"/>
                <a:ea typeface="Noto Sans KR"/>
                <a:cs typeface="Noto Sans KR"/>
              </a:defRPr>
            </a:lvl8pPr>
            <a:lvl9pPr algn="l">
              <a:defRPr sz="2625" b="1">
                <a:solidFill>
                  <a:srgbClr val="152B33"/>
                </a:solidFill>
                <a:latin typeface="Noto Sans KR"/>
                <a:ea typeface="Noto Sans KR"/>
                <a:cs typeface="Noto Sans KR"/>
              </a:defRPr>
            </a:lvl9pPr>
          </a:lstStyle>
          <a:p xmlns:a="http://schemas.openxmlformats.org/drawingml/2006/main">
            <a:pPr algn="l">
              <a:defRPr sz="2625" b="1">
                <a:solidFill>
                  <a:srgbClr val="152B33"/>
                </a:solidFill>
                <a:latin typeface="Noto Sans KR"/>
                <a:ea typeface="Noto Sans KR"/>
                <a:cs typeface="Noto Sans KR"/>
              </a:defRPr>
            </a:pPr>
            <a:r>
              <a:rPr sz="2625" b="1">
                <a:solidFill>
                  <a:srgbClr val="152B33"/>
                </a:solidFill>
                <a:latin typeface="Noto Sans KR"/>
                <a:ea typeface="Noto Sans KR"/>
                <a:cs typeface="Noto Sans KR"/>
              </a:rPr>
              <a:t>40시설 · 80작기</a:t>
            </a:r>
          </a:p>
        </p:txBody>
      </p:sp>
      <p:sp>
        <p:nvSpPr>
          <p:cNvPr id="17" name="현장 성능 검증 전">
            <a:extLst xmlns:a="http://schemas.openxmlformats.org/drawingml/2006/main">
              <a:ext uri="{FF2B5EF4-FFF2-40B4-BE49-F238E27FC236}">
                <a16:creationId xmlns:a16="http://schemas.microsoft.com/office/drawing/2014/main" id="{0B078769-AC86-4403-A5A4-89D2A78906B6}"/>
              </a:ext>
            </a:extLst>
          </p:cNvPr>
          <p:cNvSpPr>
            <a:spLocks xmlns:a="http://schemas.openxmlformats.org/drawingml/2006/main" noGrp="1"/>
          </p:cNvSpPr>
          <p:nvPr/>
        </p:nvSpPr>
        <p:spPr>
          <a:xfrm xmlns:a="http://schemas.openxmlformats.org/drawingml/2006/main">
            <a:off x="8343900" y="4924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BD5232"/>
                </a:solidFill>
                <a:latin typeface="Noto Sans KR"/>
                <a:ea typeface="Noto Sans KR"/>
                <a:cs typeface="Noto Sans KR"/>
              </a:defRPr>
            </a:defPPr>
            <a:lvl1pPr algn="l">
              <a:defRPr sz="1950" b="1">
                <a:solidFill>
                  <a:srgbClr val="BD5232"/>
                </a:solidFill>
                <a:latin typeface="Noto Sans KR"/>
                <a:ea typeface="Noto Sans KR"/>
                <a:cs typeface="Noto Sans KR"/>
              </a:defRPr>
            </a:lvl1pPr>
            <a:lvl2pPr algn="l">
              <a:defRPr sz="1950" b="1">
                <a:solidFill>
                  <a:srgbClr val="BD5232"/>
                </a:solidFill>
                <a:latin typeface="Noto Sans KR"/>
                <a:ea typeface="Noto Sans KR"/>
                <a:cs typeface="Noto Sans KR"/>
              </a:defRPr>
            </a:lvl2pPr>
            <a:lvl3pPr algn="l">
              <a:defRPr sz="1950" b="1">
                <a:solidFill>
                  <a:srgbClr val="BD5232"/>
                </a:solidFill>
                <a:latin typeface="Noto Sans KR"/>
                <a:ea typeface="Noto Sans KR"/>
                <a:cs typeface="Noto Sans KR"/>
              </a:defRPr>
            </a:lvl3pPr>
            <a:lvl4pPr algn="l">
              <a:defRPr sz="1950" b="1">
                <a:solidFill>
                  <a:srgbClr val="BD5232"/>
                </a:solidFill>
                <a:latin typeface="Noto Sans KR"/>
                <a:ea typeface="Noto Sans KR"/>
                <a:cs typeface="Noto Sans KR"/>
              </a:defRPr>
            </a:lvl4pPr>
            <a:lvl5pPr algn="l">
              <a:defRPr sz="1950" b="1">
                <a:solidFill>
                  <a:srgbClr val="BD5232"/>
                </a:solidFill>
                <a:latin typeface="Noto Sans KR"/>
                <a:ea typeface="Noto Sans KR"/>
                <a:cs typeface="Noto Sans KR"/>
              </a:defRPr>
            </a:lvl5pPr>
            <a:lvl6pPr algn="l">
              <a:defRPr sz="1950" b="1">
                <a:solidFill>
                  <a:srgbClr val="BD5232"/>
                </a:solidFill>
                <a:latin typeface="Noto Sans KR"/>
                <a:ea typeface="Noto Sans KR"/>
                <a:cs typeface="Noto Sans KR"/>
              </a:defRPr>
            </a:lvl6pPr>
            <a:lvl7pPr algn="l">
              <a:defRPr sz="1950" b="1">
                <a:solidFill>
                  <a:srgbClr val="BD5232"/>
                </a:solidFill>
                <a:latin typeface="Noto Sans KR"/>
                <a:ea typeface="Noto Sans KR"/>
                <a:cs typeface="Noto Sans KR"/>
              </a:defRPr>
            </a:lvl7pPr>
            <a:lvl8pPr algn="l">
              <a:defRPr sz="1950" b="1">
                <a:solidFill>
                  <a:srgbClr val="BD5232"/>
                </a:solidFill>
                <a:latin typeface="Noto Sans KR"/>
                <a:ea typeface="Noto Sans KR"/>
                <a:cs typeface="Noto Sans KR"/>
              </a:defRPr>
            </a:lvl8pPr>
            <a:lvl9pPr algn="l">
              <a:defRPr sz="1950" b="1">
                <a:solidFill>
                  <a:srgbClr val="BD5232"/>
                </a:solidFill>
                <a:latin typeface="Noto Sans KR"/>
                <a:ea typeface="Noto Sans KR"/>
                <a:cs typeface="Noto Sans KR"/>
              </a:defRPr>
            </a:lvl9pPr>
          </a:lstStyle>
          <a:p xmlns:a="http://schemas.openxmlformats.org/drawingml/2006/main">
            <a:pPr algn="l">
              <a:defRPr sz="1950" b="1">
                <a:solidFill>
                  <a:srgbClr val="BD5232"/>
                </a:solidFill>
                <a:latin typeface="Noto Sans KR"/>
                <a:ea typeface="Noto Sans KR"/>
                <a:cs typeface="Noto Sans KR"/>
              </a:defRPr>
            </a:pPr>
            <a:r>
              <a:rPr sz="1950" b="1">
                <a:solidFill>
                  <a:srgbClr val="BD5232"/>
                </a:solidFill>
                <a:latin typeface="Noto Sans KR"/>
                <a:ea typeface="Noto Sans KR"/>
                <a:cs typeface="Noto Sans KR"/>
              </a:rPr>
              <a:t>현장 성능 검증 전</a:t>
            </a:r>
          </a:p>
        </p:txBody>
      </p:sp>
      <p:sp>
        <p:nvSpPr>
          <p:cNvPr id="18" name="환경·생육·기상·특보·태풍은 컬럼·타입·키 검사까지 구현했습니다.&#10;이 자료들은 현재 도입 전 예측의 입력에 포함하지 않았습니다">
            <a:extLst xmlns:a="http://schemas.openxmlformats.org/drawingml/2006/main">
              <a:ext uri="{FF2B5EF4-FFF2-40B4-BE49-F238E27FC236}">
                <a16:creationId xmlns:a16="http://schemas.microsoft.com/office/drawing/2014/main" id="{2A2B0179-F5DB-4A4C-8CC4-CB1C37CC8210}"/>
              </a:ext>
            </a:extLst>
          </p:cNvPr>
          <p:cNvSpPr>
            <a:spLocks xmlns:a="http://schemas.openxmlformats.org/drawingml/2006/main" noGrp="1"/>
          </p:cNvSpPr>
          <p:nvPr/>
        </p:nvSpPr>
        <p:spPr>
          <a:xfrm xmlns:a="http://schemas.openxmlformats.org/drawingml/2006/main">
            <a:off x="609600" y="56673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환경·생육·기상·특보·태풍은 컬럼·타입·키 검사까지 구현했습니다.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이 자료들은 현재 도입 전 예측의 입력에 포함하지 않았습니다.</a:t>
            </a:r>
          </a:p>
        </p:txBody>
      </p:sp>
    </p:spTree>
    <p:extLst>
      <p:ext uri="{BB962C8B-B14F-4D97-AF65-F5344CB8AC3E}">
        <p14:creationId xmlns:p14="http://schemas.microsoft.com/office/powerpoint/2010/main" val="6408163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시설ID와 조사일로 재배 기간을 연결">
            <a:extLst xmlns:a="http://schemas.openxmlformats.org/drawingml/2006/main">
              <a:ext uri="{FF2B5EF4-FFF2-40B4-BE49-F238E27FC236}">
                <a16:creationId xmlns:a16="http://schemas.microsoft.com/office/drawing/2014/main" id="{93C00CC5-AC11-479C-85AE-FA1784513469}"/>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시설ID와 조사일로 재배 기간을 연결</a:t>
            </a:r>
          </a:p>
        </p:txBody>
      </p:sp>
      <p:sp>
        <p:nvSpPr>
          <p:cNvPr id="2" name="04">
            <a:extLst xmlns:a="http://schemas.openxmlformats.org/drawingml/2006/main">
              <a:ext uri="{FF2B5EF4-FFF2-40B4-BE49-F238E27FC236}">
                <a16:creationId xmlns:a16="http://schemas.microsoft.com/office/drawing/2014/main" id="{5739CE89-4149-40FE-B7C2-046A87C5D010}"/>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04</a:t>
            </a:r>
          </a:p>
        </p:txBody>
      </p:sp>
      <p:sp>
        <p:nvSpPr>
          <p:cNvPr id="3" name="시설ID  DEMO-A">
            <a:extLst xmlns:a="http://schemas.openxmlformats.org/drawingml/2006/main">
              <a:ext uri="{FF2B5EF4-FFF2-40B4-BE49-F238E27FC236}">
                <a16:creationId xmlns:a16="http://schemas.microsoft.com/office/drawing/2014/main" id="{A78BD542-9053-46DF-A511-E17E6FBE4A1C}"/>
              </a:ext>
            </a:extLst>
          </p:cNvPr>
          <p:cNvSpPr>
            <a:spLocks xmlns:a="http://schemas.openxmlformats.org/drawingml/2006/main" noGrp="1"/>
          </p:cNvSpPr>
          <p:nvPr/>
        </p:nvSpPr>
        <p:spPr>
          <a:xfrm xmlns:a="http://schemas.openxmlformats.org/drawingml/2006/main">
            <a:off x="609600" y="17049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158A7"/>
                </a:solidFill>
                <a:latin typeface="Noto Sans KR"/>
                <a:ea typeface="Noto Sans KR"/>
                <a:cs typeface="Noto Sans KR"/>
              </a:defRPr>
            </a:defPPr>
            <a:lvl1pPr algn="l">
              <a:defRPr sz="2175" b="1">
                <a:solidFill>
                  <a:srgbClr val="3158A7"/>
                </a:solidFill>
                <a:latin typeface="Noto Sans KR"/>
                <a:ea typeface="Noto Sans KR"/>
                <a:cs typeface="Noto Sans KR"/>
              </a:defRPr>
            </a:lvl1pPr>
            <a:lvl2pPr algn="l">
              <a:defRPr sz="2175" b="1">
                <a:solidFill>
                  <a:srgbClr val="3158A7"/>
                </a:solidFill>
                <a:latin typeface="Noto Sans KR"/>
                <a:ea typeface="Noto Sans KR"/>
                <a:cs typeface="Noto Sans KR"/>
              </a:defRPr>
            </a:lvl2pPr>
            <a:lvl3pPr algn="l">
              <a:defRPr sz="2175" b="1">
                <a:solidFill>
                  <a:srgbClr val="3158A7"/>
                </a:solidFill>
                <a:latin typeface="Noto Sans KR"/>
                <a:ea typeface="Noto Sans KR"/>
                <a:cs typeface="Noto Sans KR"/>
              </a:defRPr>
            </a:lvl3pPr>
            <a:lvl4pPr algn="l">
              <a:defRPr sz="2175" b="1">
                <a:solidFill>
                  <a:srgbClr val="3158A7"/>
                </a:solidFill>
                <a:latin typeface="Noto Sans KR"/>
                <a:ea typeface="Noto Sans KR"/>
                <a:cs typeface="Noto Sans KR"/>
              </a:defRPr>
            </a:lvl4pPr>
            <a:lvl5pPr algn="l">
              <a:defRPr sz="2175" b="1">
                <a:solidFill>
                  <a:srgbClr val="3158A7"/>
                </a:solidFill>
                <a:latin typeface="Noto Sans KR"/>
                <a:ea typeface="Noto Sans KR"/>
                <a:cs typeface="Noto Sans KR"/>
              </a:defRPr>
            </a:lvl5pPr>
            <a:lvl6pPr algn="l">
              <a:defRPr sz="2175" b="1">
                <a:solidFill>
                  <a:srgbClr val="3158A7"/>
                </a:solidFill>
                <a:latin typeface="Noto Sans KR"/>
                <a:ea typeface="Noto Sans KR"/>
                <a:cs typeface="Noto Sans KR"/>
              </a:defRPr>
            </a:lvl6pPr>
            <a:lvl7pPr algn="l">
              <a:defRPr sz="2175" b="1">
                <a:solidFill>
                  <a:srgbClr val="3158A7"/>
                </a:solidFill>
                <a:latin typeface="Noto Sans KR"/>
                <a:ea typeface="Noto Sans KR"/>
                <a:cs typeface="Noto Sans KR"/>
              </a:defRPr>
            </a:lvl7pPr>
            <a:lvl8pPr algn="l">
              <a:defRPr sz="2175" b="1">
                <a:solidFill>
                  <a:srgbClr val="3158A7"/>
                </a:solidFill>
                <a:latin typeface="Noto Sans KR"/>
                <a:ea typeface="Noto Sans KR"/>
                <a:cs typeface="Noto Sans KR"/>
              </a:defRPr>
            </a:lvl8pPr>
            <a:lvl9pPr algn="l">
              <a:defRPr sz="2175" b="1">
                <a:solidFill>
                  <a:srgbClr val="3158A7"/>
                </a:solidFill>
                <a:latin typeface="Noto Sans KR"/>
                <a:ea typeface="Noto Sans KR"/>
                <a:cs typeface="Noto Sans KR"/>
              </a:defRPr>
            </a:lvl9pPr>
          </a:lstStyle>
          <a:p xmlns:a="http://schemas.openxmlformats.org/drawingml/2006/main">
            <a:pPr algn="l">
              <a:defRPr sz="2175" b="1">
                <a:solidFill>
                  <a:srgbClr val="3158A7"/>
                </a:solidFill>
                <a:latin typeface="Noto Sans KR"/>
                <a:ea typeface="Noto Sans KR"/>
                <a:cs typeface="Noto Sans KR"/>
              </a:defRPr>
            </a:pPr>
            <a:r>
              <a:rPr sz="2175" b="1">
                <a:solidFill>
                  <a:srgbClr val="3158A7"/>
                </a:solidFill>
                <a:latin typeface="Noto Sans KR"/>
                <a:ea typeface="Noto Sans KR"/>
                <a:cs typeface="Noto Sans KR"/>
              </a:rPr>
              <a:t>시설ID  DEMO-A</a:t>
            </a:r>
          </a:p>
        </p:txBody>
      </p:sp>
      <p:sp>
        <p:nvSpPr>
          <p:cNvPr id="4" name="작기 = 한 번의 재배 기간">
            <a:extLst xmlns:a="http://schemas.openxmlformats.org/drawingml/2006/main">
              <a:ext uri="{FF2B5EF4-FFF2-40B4-BE49-F238E27FC236}">
                <a16:creationId xmlns:a16="http://schemas.microsoft.com/office/drawing/2014/main" id="{3E83074C-ADE6-46D3-90BD-FAFA3E1BA661}"/>
              </a:ext>
            </a:extLst>
          </p:cNvPr>
          <p:cNvSpPr>
            <a:spLocks xmlns:a="http://schemas.openxmlformats.org/drawingml/2006/main" noGrp="1"/>
          </p:cNvSpPr>
          <p:nvPr/>
        </p:nvSpPr>
        <p:spPr>
          <a:xfrm xmlns:a="http://schemas.openxmlformats.org/drawingml/2006/main">
            <a:off x="6781800" y="1704975"/>
            <a:ext cx="4800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00" b="0">
                <a:solidFill>
                  <a:srgbClr val="53636B"/>
                </a:solidFill>
                <a:latin typeface="Noto Sans KR"/>
                <a:ea typeface="Noto Sans KR"/>
                <a:cs typeface="Noto Sans KR"/>
              </a:defRPr>
            </a:defPPr>
            <a:lvl1pPr algn="r">
              <a:defRPr sz="2100" b="0">
                <a:solidFill>
                  <a:srgbClr val="53636B"/>
                </a:solidFill>
                <a:latin typeface="Noto Sans KR"/>
                <a:ea typeface="Noto Sans KR"/>
                <a:cs typeface="Noto Sans KR"/>
              </a:defRPr>
            </a:lvl1pPr>
            <a:lvl2pPr algn="r">
              <a:defRPr sz="2100" b="0">
                <a:solidFill>
                  <a:srgbClr val="53636B"/>
                </a:solidFill>
                <a:latin typeface="Noto Sans KR"/>
                <a:ea typeface="Noto Sans KR"/>
                <a:cs typeface="Noto Sans KR"/>
              </a:defRPr>
            </a:lvl2pPr>
            <a:lvl3pPr algn="r">
              <a:defRPr sz="2100" b="0">
                <a:solidFill>
                  <a:srgbClr val="53636B"/>
                </a:solidFill>
                <a:latin typeface="Noto Sans KR"/>
                <a:ea typeface="Noto Sans KR"/>
                <a:cs typeface="Noto Sans KR"/>
              </a:defRPr>
            </a:lvl3pPr>
            <a:lvl4pPr algn="r">
              <a:defRPr sz="2100" b="0">
                <a:solidFill>
                  <a:srgbClr val="53636B"/>
                </a:solidFill>
                <a:latin typeface="Noto Sans KR"/>
                <a:ea typeface="Noto Sans KR"/>
                <a:cs typeface="Noto Sans KR"/>
              </a:defRPr>
            </a:lvl4pPr>
            <a:lvl5pPr algn="r">
              <a:defRPr sz="2100" b="0">
                <a:solidFill>
                  <a:srgbClr val="53636B"/>
                </a:solidFill>
                <a:latin typeface="Noto Sans KR"/>
                <a:ea typeface="Noto Sans KR"/>
                <a:cs typeface="Noto Sans KR"/>
              </a:defRPr>
            </a:lvl5pPr>
            <a:lvl6pPr algn="r">
              <a:defRPr sz="2100" b="0">
                <a:solidFill>
                  <a:srgbClr val="53636B"/>
                </a:solidFill>
                <a:latin typeface="Noto Sans KR"/>
                <a:ea typeface="Noto Sans KR"/>
                <a:cs typeface="Noto Sans KR"/>
              </a:defRPr>
            </a:lvl6pPr>
            <a:lvl7pPr algn="r">
              <a:defRPr sz="2100" b="0">
                <a:solidFill>
                  <a:srgbClr val="53636B"/>
                </a:solidFill>
                <a:latin typeface="Noto Sans KR"/>
                <a:ea typeface="Noto Sans KR"/>
                <a:cs typeface="Noto Sans KR"/>
              </a:defRPr>
            </a:lvl7pPr>
            <a:lvl8pPr algn="r">
              <a:defRPr sz="2100" b="0">
                <a:solidFill>
                  <a:srgbClr val="53636B"/>
                </a:solidFill>
                <a:latin typeface="Noto Sans KR"/>
                <a:ea typeface="Noto Sans KR"/>
                <a:cs typeface="Noto Sans KR"/>
              </a:defRPr>
            </a:lvl8pPr>
            <a:lvl9pPr algn="r">
              <a:defRPr sz="2100" b="0">
                <a:solidFill>
                  <a:srgbClr val="53636B"/>
                </a:solidFill>
                <a:latin typeface="Noto Sans KR"/>
                <a:ea typeface="Noto Sans KR"/>
                <a:cs typeface="Noto Sans KR"/>
              </a:defRPr>
            </a:lvl9pPr>
          </a:lstStyle>
          <a:p xmlns:a="http://schemas.openxmlformats.org/drawingml/2006/main">
            <a:pPr algn="r">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작기 = 한 번의 재배 기간</a:t>
            </a:r>
          </a:p>
        </p:txBody>
      </p:sp>
      <p:sp>
        <p:nvSpPr>
          <p:cNvPr id="5" name="첫 번째 작기">
            <a:extLst xmlns:a="http://schemas.openxmlformats.org/drawingml/2006/main">
              <a:ext uri="{FF2B5EF4-FFF2-40B4-BE49-F238E27FC236}">
                <a16:creationId xmlns:a16="http://schemas.microsoft.com/office/drawing/2014/main" id="{60EE5422-C12B-46EE-BF62-39AE93EE17D0}"/>
              </a:ext>
            </a:extLst>
          </p:cNvPr>
          <p:cNvSpPr>
            <a:spLocks xmlns:a="http://schemas.openxmlformats.org/drawingml/2006/main" noGrp="1"/>
          </p:cNvSpPr>
          <p:nvPr/>
        </p:nvSpPr>
        <p:spPr>
          <a:xfrm xmlns:a="http://schemas.openxmlformats.org/drawingml/2006/main">
            <a:off x="1714500" y="2286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17785B"/>
                </a:solidFill>
                <a:latin typeface="Noto Sans KR"/>
                <a:ea typeface="Noto Sans KR"/>
                <a:cs typeface="Noto Sans KR"/>
              </a:defRPr>
            </a:defPPr>
            <a:lvl1pPr algn="ctr">
              <a:defRPr sz="2175" b="1">
                <a:solidFill>
                  <a:srgbClr val="17785B"/>
                </a:solidFill>
                <a:latin typeface="Noto Sans KR"/>
                <a:ea typeface="Noto Sans KR"/>
                <a:cs typeface="Noto Sans KR"/>
              </a:defRPr>
            </a:lvl1pPr>
            <a:lvl2pPr algn="ctr">
              <a:defRPr sz="2175" b="1">
                <a:solidFill>
                  <a:srgbClr val="17785B"/>
                </a:solidFill>
                <a:latin typeface="Noto Sans KR"/>
                <a:ea typeface="Noto Sans KR"/>
                <a:cs typeface="Noto Sans KR"/>
              </a:defRPr>
            </a:lvl2pPr>
            <a:lvl3pPr algn="ctr">
              <a:defRPr sz="2175" b="1">
                <a:solidFill>
                  <a:srgbClr val="17785B"/>
                </a:solidFill>
                <a:latin typeface="Noto Sans KR"/>
                <a:ea typeface="Noto Sans KR"/>
                <a:cs typeface="Noto Sans KR"/>
              </a:defRPr>
            </a:lvl3pPr>
            <a:lvl4pPr algn="ctr">
              <a:defRPr sz="2175" b="1">
                <a:solidFill>
                  <a:srgbClr val="17785B"/>
                </a:solidFill>
                <a:latin typeface="Noto Sans KR"/>
                <a:ea typeface="Noto Sans KR"/>
                <a:cs typeface="Noto Sans KR"/>
              </a:defRPr>
            </a:lvl4pPr>
            <a:lvl5pPr algn="ctr">
              <a:defRPr sz="2175" b="1">
                <a:solidFill>
                  <a:srgbClr val="17785B"/>
                </a:solidFill>
                <a:latin typeface="Noto Sans KR"/>
                <a:ea typeface="Noto Sans KR"/>
                <a:cs typeface="Noto Sans KR"/>
              </a:defRPr>
            </a:lvl5pPr>
            <a:lvl6pPr algn="ctr">
              <a:defRPr sz="2175" b="1">
                <a:solidFill>
                  <a:srgbClr val="17785B"/>
                </a:solidFill>
                <a:latin typeface="Noto Sans KR"/>
                <a:ea typeface="Noto Sans KR"/>
                <a:cs typeface="Noto Sans KR"/>
              </a:defRPr>
            </a:lvl6pPr>
            <a:lvl7pPr algn="ctr">
              <a:defRPr sz="2175" b="1">
                <a:solidFill>
                  <a:srgbClr val="17785B"/>
                </a:solidFill>
                <a:latin typeface="Noto Sans KR"/>
                <a:ea typeface="Noto Sans KR"/>
                <a:cs typeface="Noto Sans KR"/>
              </a:defRPr>
            </a:lvl7pPr>
            <a:lvl8pPr algn="ctr">
              <a:defRPr sz="2175" b="1">
                <a:solidFill>
                  <a:srgbClr val="17785B"/>
                </a:solidFill>
                <a:latin typeface="Noto Sans KR"/>
                <a:ea typeface="Noto Sans KR"/>
                <a:cs typeface="Noto Sans KR"/>
              </a:defRPr>
            </a:lvl8pPr>
            <a:lvl9pPr algn="ctr">
              <a:defRPr sz="2175" b="1">
                <a:solidFill>
                  <a:srgbClr val="17785B"/>
                </a:solidFill>
                <a:latin typeface="Noto Sans KR"/>
                <a:ea typeface="Noto Sans KR"/>
                <a:cs typeface="Noto Sans KR"/>
              </a:defRPr>
            </a:lvl9pPr>
          </a:lstStyle>
          <a:p xmlns:a="http://schemas.openxmlformats.org/drawingml/2006/main">
            <a:pPr algn="ctr">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첫 번째 작기</a:t>
            </a:r>
          </a:p>
        </p:txBody>
      </p:sp>
      <p:sp>
        <p:nvSpPr>
          <p:cNvPr id="6" name="두 번째 작기">
            <a:extLst xmlns:a="http://schemas.openxmlformats.org/drawingml/2006/main">
              <a:ext uri="{FF2B5EF4-FFF2-40B4-BE49-F238E27FC236}">
                <a16:creationId xmlns:a16="http://schemas.microsoft.com/office/drawing/2014/main" id="{08B0D184-FCB9-4CFB-8EB6-FD933AB41B7B}"/>
              </a:ext>
            </a:extLst>
          </p:cNvPr>
          <p:cNvSpPr>
            <a:spLocks xmlns:a="http://schemas.openxmlformats.org/drawingml/2006/main" noGrp="1"/>
          </p:cNvSpPr>
          <p:nvPr/>
        </p:nvSpPr>
        <p:spPr>
          <a:xfrm xmlns:a="http://schemas.openxmlformats.org/drawingml/2006/main">
            <a:off x="6553200" y="2286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3158A7"/>
                </a:solidFill>
                <a:latin typeface="Noto Sans KR"/>
                <a:ea typeface="Noto Sans KR"/>
                <a:cs typeface="Noto Sans KR"/>
              </a:defRPr>
            </a:defPPr>
            <a:lvl1pPr algn="ctr">
              <a:defRPr sz="2175" b="1">
                <a:solidFill>
                  <a:srgbClr val="3158A7"/>
                </a:solidFill>
                <a:latin typeface="Noto Sans KR"/>
                <a:ea typeface="Noto Sans KR"/>
                <a:cs typeface="Noto Sans KR"/>
              </a:defRPr>
            </a:lvl1pPr>
            <a:lvl2pPr algn="ctr">
              <a:defRPr sz="2175" b="1">
                <a:solidFill>
                  <a:srgbClr val="3158A7"/>
                </a:solidFill>
                <a:latin typeface="Noto Sans KR"/>
                <a:ea typeface="Noto Sans KR"/>
                <a:cs typeface="Noto Sans KR"/>
              </a:defRPr>
            </a:lvl2pPr>
            <a:lvl3pPr algn="ctr">
              <a:defRPr sz="2175" b="1">
                <a:solidFill>
                  <a:srgbClr val="3158A7"/>
                </a:solidFill>
                <a:latin typeface="Noto Sans KR"/>
                <a:ea typeface="Noto Sans KR"/>
                <a:cs typeface="Noto Sans KR"/>
              </a:defRPr>
            </a:lvl3pPr>
            <a:lvl4pPr algn="ctr">
              <a:defRPr sz="2175" b="1">
                <a:solidFill>
                  <a:srgbClr val="3158A7"/>
                </a:solidFill>
                <a:latin typeface="Noto Sans KR"/>
                <a:ea typeface="Noto Sans KR"/>
                <a:cs typeface="Noto Sans KR"/>
              </a:defRPr>
            </a:lvl4pPr>
            <a:lvl5pPr algn="ctr">
              <a:defRPr sz="2175" b="1">
                <a:solidFill>
                  <a:srgbClr val="3158A7"/>
                </a:solidFill>
                <a:latin typeface="Noto Sans KR"/>
                <a:ea typeface="Noto Sans KR"/>
                <a:cs typeface="Noto Sans KR"/>
              </a:defRPr>
            </a:lvl5pPr>
            <a:lvl6pPr algn="ctr">
              <a:defRPr sz="2175" b="1">
                <a:solidFill>
                  <a:srgbClr val="3158A7"/>
                </a:solidFill>
                <a:latin typeface="Noto Sans KR"/>
                <a:ea typeface="Noto Sans KR"/>
                <a:cs typeface="Noto Sans KR"/>
              </a:defRPr>
            </a:lvl6pPr>
            <a:lvl7pPr algn="ctr">
              <a:defRPr sz="2175" b="1">
                <a:solidFill>
                  <a:srgbClr val="3158A7"/>
                </a:solidFill>
                <a:latin typeface="Noto Sans KR"/>
                <a:ea typeface="Noto Sans KR"/>
                <a:cs typeface="Noto Sans KR"/>
              </a:defRPr>
            </a:lvl7pPr>
            <a:lvl8pPr algn="ctr">
              <a:defRPr sz="2175" b="1">
                <a:solidFill>
                  <a:srgbClr val="3158A7"/>
                </a:solidFill>
                <a:latin typeface="Noto Sans KR"/>
                <a:ea typeface="Noto Sans KR"/>
                <a:cs typeface="Noto Sans KR"/>
              </a:defRPr>
            </a:lvl8pPr>
            <a:lvl9pPr algn="ctr">
              <a:defRPr sz="2175" b="1">
                <a:solidFill>
                  <a:srgbClr val="3158A7"/>
                </a:solidFill>
                <a:latin typeface="Noto Sans KR"/>
                <a:ea typeface="Noto Sans KR"/>
                <a:cs typeface="Noto Sans KR"/>
              </a:defRPr>
            </a:lvl9pPr>
          </a:lstStyle>
          <a:p xmlns:a="http://schemas.openxmlformats.org/drawingml/2006/main">
            <a:pPr algn="ctr">
              <a:defRPr sz="2175" b="1">
                <a:solidFill>
                  <a:srgbClr val="3158A7"/>
                </a:solidFill>
                <a:latin typeface="Noto Sans KR"/>
                <a:ea typeface="Noto Sans KR"/>
                <a:cs typeface="Noto Sans KR"/>
              </a:defRPr>
            </a:pPr>
            <a:r>
              <a:rPr sz="2175" b="1">
                <a:solidFill>
                  <a:srgbClr val="3158A7"/>
                </a:solidFill>
                <a:latin typeface="Noto Sans KR"/>
                <a:ea typeface="Noto Sans KR"/>
                <a:cs typeface="Noto Sans KR"/>
              </a:rPr>
              <a:t>두 번째 작기</a:t>
            </a:r>
          </a:p>
        </p:txBody>
      </p:sp>
      <p:sp>
        <p:nvSpPr>
          <p:cNvPr id="7" name="2024.09.01">
            <a:extLst xmlns:a="http://schemas.openxmlformats.org/drawingml/2006/main">
              <a:ext uri="{FF2B5EF4-FFF2-40B4-BE49-F238E27FC236}">
                <a16:creationId xmlns:a16="http://schemas.microsoft.com/office/drawing/2014/main" id="{1CFC47A4-B100-42E4-BBD3-AF38D7D1688F}"/>
              </a:ext>
            </a:extLst>
          </p:cNvPr>
          <p:cNvSpPr>
            <a:spLocks xmlns:a="http://schemas.openxmlformats.org/drawingml/2006/main" noGrp="1"/>
          </p:cNvSpPr>
          <p:nvPr/>
        </p:nvSpPr>
        <p:spPr>
          <a:xfrm xmlns:a="http://schemas.openxmlformats.org/drawingml/2006/main">
            <a:off x="1714500" y="28194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2024.09.01</a:t>
            </a:r>
          </a:p>
        </p:txBody>
      </p:sp>
      <p:sp>
        <p:nvSpPr>
          <p:cNvPr id="8" name="2025.06.30">
            <a:extLst xmlns:a="http://schemas.openxmlformats.org/drawingml/2006/main">
              <a:ext uri="{FF2B5EF4-FFF2-40B4-BE49-F238E27FC236}">
                <a16:creationId xmlns:a16="http://schemas.microsoft.com/office/drawing/2014/main" id="{25878E36-5BE5-436B-AD30-31EAC2FBD365}"/>
              </a:ext>
            </a:extLst>
          </p:cNvPr>
          <p:cNvSpPr>
            <a:spLocks xmlns:a="http://schemas.openxmlformats.org/drawingml/2006/main" noGrp="1"/>
          </p:cNvSpPr>
          <p:nvPr/>
        </p:nvSpPr>
        <p:spPr>
          <a:xfrm xmlns:a="http://schemas.openxmlformats.org/drawingml/2006/main">
            <a:off x="3714750" y="28194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8343D"/>
                </a:solidFill>
                <a:latin typeface="Noto Sans KR"/>
                <a:ea typeface="Noto Sans KR"/>
                <a:cs typeface="Noto Sans KR"/>
              </a:defRPr>
            </a:defPPr>
            <a:lvl1pPr algn="r">
              <a:defRPr sz="1875" b="0">
                <a:solidFill>
                  <a:srgbClr val="28343D"/>
                </a:solidFill>
                <a:latin typeface="Noto Sans KR"/>
                <a:ea typeface="Noto Sans KR"/>
                <a:cs typeface="Noto Sans KR"/>
              </a:defRPr>
            </a:lvl1pPr>
            <a:lvl2pPr algn="r">
              <a:defRPr sz="1875" b="0">
                <a:solidFill>
                  <a:srgbClr val="28343D"/>
                </a:solidFill>
                <a:latin typeface="Noto Sans KR"/>
                <a:ea typeface="Noto Sans KR"/>
                <a:cs typeface="Noto Sans KR"/>
              </a:defRPr>
            </a:lvl2pPr>
            <a:lvl3pPr algn="r">
              <a:defRPr sz="1875" b="0">
                <a:solidFill>
                  <a:srgbClr val="28343D"/>
                </a:solidFill>
                <a:latin typeface="Noto Sans KR"/>
                <a:ea typeface="Noto Sans KR"/>
                <a:cs typeface="Noto Sans KR"/>
              </a:defRPr>
            </a:lvl3pPr>
            <a:lvl4pPr algn="r">
              <a:defRPr sz="1875" b="0">
                <a:solidFill>
                  <a:srgbClr val="28343D"/>
                </a:solidFill>
                <a:latin typeface="Noto Sans KR"/>
                <a:ea typeface="Noto Sans KR"/>
                <a:cs typeface="Noto Sans KR"/>
              </a:defRPr>
            </a:lvl4pPr>
            <a:lvl5pPr algn="r">
              <a:defRPr sz="1875" b="0">
                <a:solidFill>
                  <a:srgbClr val="28343D"/>
                </a:solidFill>
                <a:latin typeface="Noto Sans KR"/>
                <a:ea typeface="Noto Sans KR"/>
                <a:cs typeface="Noto Sans KR"/>
              </a:defRPr>
            </a:lvl5pPr>
            <a:lvl6pPr algn="r">
              <a:defRPr sz="1875" b="0">
                <a:solidFill>
                  <a:srgbClr val="28343D"/>
                </a:solidFill>
                <a:latin typeface="Noto Sans KR"/>
                <a:ea typeface="Noto Sans KR"/>
                <a:cs typeface="Noto Sans KR"/>
              </a:defRPr>
            </a:lvl6pPr>
            <a:lvl7pPr algn="r">
              <a:defRPr sz="1875" b="0">
                <a:solidFill>
                  <a:srgbClr val="28343D"/>
                </a:solidFill>
                <a:latin typeface="Noto Sans KR"/>
                <a:ea typeface="Noto Sans KR"/>
                <a:cs typeface="Noto Sans KR"/>
              </a:defRPr>
            </a:lvl7pPr>
            <a:lvl8pPr algn="r">
              <a:defRPr sz="1875" b="0">
                <a:solidFill>
                  <a:srgbClr val="28343D"/>
                </a:solidFill>
                <a:latin typeface="Noto Sans KR"/>
                <a:ea typeface="Noto Sans KR"/>
                <a:cs typeface="Noto Sans KR"/>
              </a:defRPr>
            </a:lvl8pPr>
            <a:lvl9pPr algn="r">
              <a:defRPr sz="1875" b="0">
                <a:solidFill>
                  <a:srgbClr val="28343D"/>
                </a:solidFill>
                <a:latin typeface="Noto Sans KR"/>
                <a:ea typeface="Noto Sans KR"/>
                <a:cs typeface="Noto Sans KR"/>
              </a:defRPr>
            </a:lvl9pPr>
          </a:lstStyle>
          <a:p xmlns:a="http://schemas.openxmlformats.org/drawingml/2006/main">
            <a:pPr algn="r">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2025.06.30</a:t>
            </a:r>
          </a:p>
        </p:txBody>
      </p:sp>
      <p:sp>
        <p:nvSpPr>
          <p:cNvPr id="9" name="2025.09.01">
            <a:extLst xmlns:a="http://schemas.openxmlformats.org/drawingml/2006/main">
              <a:ext uri="{FF2B5EF4-FFF2-40B4-BE49-F238E27FC236}">
                <a16:creationId xmlns:a16="http://schemas.microsoft.com/office/drawing/2014/main" id="{ADDF1BB4-AE5C-4C97-B13B-EDD62D094D6C}"/>
              </a:ext>
            </a:extLst>
          </p:cNvPr>
          <p:cNvSpPr>
            <a:spLocks xmlns:a="http://schemas.openxmlformats.org/drawingml/2006/main" noGrp="1"/>
          </p:cNvSpPr>
          <p:nvPr/>
        </p:nvSpPr>
        <p:spPr>
          <a:xfrm xmlns:a="http://schemas.openxmlformats.org/drawingml/2006/main">
            <a:off x="6553200" y="28194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2025.09.01</a:t>
            </a:r>
          </a:p>
        </p:txBody>
      </p:sp>
      <p:sp>
        <p:nvSpPr>
          <p:cNvPr id="10" name="2026.06.30">
            <a:extLst xmlns:a="http://schemas.openxmlformats.org/drawingml/2006/main">
              <a:ext uri="{FF2B5EF4-FFF2-40B4-BE49-F238E27FC236}">
                <a16:creationId xmlns:a16="http://schemas.microsoft.com/office/drawing/2014/main" id="{0DD4D3F8-83E0-45F3-B1AF-1686752F6F72}"/>
              </a:ext>
            </a:extLst>
          </p:cNvPr>
          <p:cNvSpPr>
            <a:spLocks xmlns:a="http://schemas.openxmlformats.org/drawingml/2006/main" noGrp="1"/>
          </p:cNvSpPr>
          <p:nvPr/>
        </p:nvSpPr>
        <p:spPr>
          <a:xfrm xmlns:a="http://schemas.openxmlformats.org/drawingml/2006/main">
            <a:off x="8553450" y="28194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8343D"/>
                </a:solidFill>
                <a:latin typeface="Noto Sans KR"/>
                <a:ea typeface="Noto Sans KR"/>
                <a:cs typeface="Noto Sans KR"/>
              </a:defRPr>
            </a:defPPr>
            <a:lvl1pPr algn="r">
              <a:defRPr sz="1875" b="0">
                <a:solidFill>
                  <a:srgbClr val="28343D"/>
                </a:solidFill>
                <a:latin typeface="Noto Sans KR"/>
                <a:ea typeface="Noto Sans KR"/>
                <a:cs typeface="Noto Sans KR"/>
              </a:defRPr>
            </a:lvl1pPr>
            <a:lvl2pPr algn="r">
              <a:defRPr sz="1875" b="0">
                <a:solidFill>
                  <a:srgbClr val="28343D"/>
                </a:solidFill>
                <a:latin typeface="Noto Sans KR"/>
                <a:ea typeface="Noto Sans KR"/>
                <a:cs typeface="Noto Sans KR"/>
              </a:defRPr>
            </a:lvl2pPr>
            <a:lvl3pPr algn="r">
              <a:defRPr sz="1875" b="0">
                <a:solidFill>
                  <a:srgbClr val="28343D"/>
                </a:solidFill>
                <a:latin typeface="Noto Sans KR"/>
                <a:ea typeface="Noto Sans KR"/>
                <a:cs typeface="Noto Sans KR"/>
              </a:defRPr>
            </a:lvl3pPr>
            <a:lvl4pPr algn="r">
              <a:defRPr sz="1875" b="0">
                <a:solidFill>
                  <a:srgbClr val="28343D"/>
                </a:solidFill>
                <a:latin typeface="Noto Sans KR"/>
                <a:ea typeface="Noto Sans KR"/>
                <a:cs typeface="Noto Sans KR"/>
              </a:defRPr>
            </a:lvl4pPr>
            <a:lvl5pPr algn="r">
              <a:defRPr sz="1875" b="0">
                <a:solidFill>
                  <a:srgbClr val="28343D"/>
                </a:solidFill>
                <a:latin typeface="Noto Sans KR"/>
                <a:ea typeface="Noto Sans KR"/>
                <a:cs typeface="Noto Sans KR"/>
              </a:defRPr>
            </a:lvl5pPr>
            <a:lvl6pPr algn="r">
              <a:defRPr sz="1875" b="0">
                <a:solidFill>
                  <a:srgbClr val="28343D"/>
                </a:solidFill>
                <a:latin typeface="Noto Sans KR"/>
                <a:ea typeface="Noto Sans KR"/>
                <a:cs typeface="Noto Sans KR"/>
              </a:defRPr>
            </a:lvl6pPr>
            <a:lvl7pPr algn="r">
              <a:defRPr sz="1875" b="0">
                <a:solidFill>
                  <a:srgbClr val="28343D"/>
                </a:solidFill>
                <a:latin typeface="Noto Sans KR"/>
                <a:ea typeface="Noto Sans KR"/>
                <a:cs typeface="Noto Sans KR"/>
              </a:defRPr>
            </a:lvl7pPr>
            <a:lvl8pPr algn="r">
              <a:defRPr sz="1875" b="0">
                <a:solidFill>
                  <a:srgbClr val="28343D"/>
                </a:solidFill>
                <a:latin typeface="Noto Sans KR"/>
                <a:ea typeface="Noto Sans KR"/>
                <a:cs typeface="Noto Sans KR"/>
              </a:defRPr>
            </a:lvl8pPr>
            <a:lvl9pPr algn="r">
              <a:defRPr sz="1875" b="0">
                <a:solidFill>
                  <a:srgbClr val="28343D"/>
                </a:solidFill>
                <a:latin typeface="Noto Sans KR"/>
                <a:ea typeface="Noto Sans KR"/>
                <a:cs typeface="Noto Sans KR"/>
              </a:defRPr>
            </a:lvl9pPr>
          </a:lstStyle>
          <a:p xmlns:a="http://schemas.openxmlformats.org/drawingml/2006/main">
            <a:pPr algn="r">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2026.06.30</a:t>
            </a:r>
          </a:p>
        </p:txBody>
      </p:sp>
      <p:sp>
        <p:nvSpPr>
          <p:cNvPr id="11" name="">
            <a:extLst xmlns:a="http://schemas.openxmlformats.org/drawingml/2006/main">
              <a:ext uri="{FF2B5EF4-FFF2-40B4-BE49-F238E27FC236}">
                <a16:creationId xmlns:a16="http://schemas.microsoft.com/office/drawing/2014/main" id="{E5F26745-2B4C-4745-A4FE-E524950107E5}"/>
              </a:ext>
            </a:extLst>
          </p:cNvPr>
          <p:cNvSpPr>
            <a:spLocks xmlns:a="http://schemas.openxmlformats.org/drawingml/2006/main" noGrp="1"/>
          </p:cNvSpPr>
          <p:nvPr/>
        </p:nvSpPr>
        <p:spPr>
          <a:xfrm xmlns:a="http://schemas.openxmlformats.org/drawingml/2006/main">
            <a:off x="1714500" y="3333750"/>
            <a:ext cx="4000500" cy="228600"/>
          </a:xfrm>
          <a:prstGeom xmlns:a="http://schemas.openxmlformats.org/drawingml/2006/main" prst="rect">
            <a:avLst/>
          </a:prstGeom>
          <a:solidFill xmlns:a="http://schemas.openxmlformats.org/drawingml/2006/main">
            <a:srgbClr val="DCEB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DB02A7-8D1A-4A0A-A256-37423F0980FD}"/>
              </a:ext>
            </a:extLst>
          </p:cNvPr>
          <p:cNvSpPr>
            <a:spLocks xmlns:a="http://schemas.openxmlformats.org/drawingml/2006/main" noGrp="1"/>
          </p:cNvSpPr>
          <p:nvPr/>
        </p:nvSpPr>
        <p:spPr>
          <a:xfrm xmlns:a="http://schemas.openxmlformats.org/drawingml/2006/main">
            <a:off x="6553200" y="3333750"/>
            <a:ext cx="4000500" cy="228600"/>
          </a:xfrm>
          <a:prstGeom xmlns:a="http://schemas.openxmlformats.org/drawingml/2006/main" prst="rect">
            <a:avLst/>
          </a:prstGeom>
          <a:solidFill xmlns:a="http://schemas.openxmlformats.org/drawingml/2006/main">
            <a:srgbClr val="DCE5F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F90A1CE-EF81-4BA9-955F-1BDFCD21C623}"/>
              </a:ext>
            </a:extLst>
          </p:cNvPr>
          <p:cNvSpPr>
            <a:spLocks xmlns:a="http://schemas.openxmlformats.org/drawingml/2006/main" noGrp="1"/>
          </p:cNvSpPr>
          <p:nvPr/>
        </p:nvSpPr>
        <p:spPr>
          <a:xfrm xmlns:a="http://schemas.openxmlformats.org/drawingml/2006/main">
            <a:off x="1714500" y="3238500"/>
            <a:ext cx="0" cy="409575"/>
          </a:xfrm>
          <a:prstGeom xmlns:a="http://schemas.openxmlformats.org/drawingml/2006/main" prst="line">
            <a:avLst/>
          </a:prstGeom>
          <a:ln xmlns:a="http://schemas.openxmlformats.org/drawingml/2006/main" w="19050">
            <a:solidFill>
              <a:srgbClr val="D5E0DE"/>
            </a:solidFill>
          </a:ln>
        </p:spPr>
      </p:sp>
      <p:sp>
        <p:nvSpPr>
          <p:cNvPr id="14" name="">
            <a:extLst xmlns:a="http://schemas.openxmlformats.org/drawingml/2006/main">
              <a:ext uri="{FF2B5EF4-FFF2-40B4-BE49-F238E27FC236}">
                <a16:creationId xmlns:a16="http://schemas.microsoft.com/office/drawing/2014/main" id="{021F5118-434D-4242-B31E-43E60CF3A658}"/>
              </a:ext>
            </a:extLst>
          </p:cNvPr>
          <p:cNvSpPr>
            <a:spLocks xmlns:a="http://schemas.openxmlformats.org/drawingml/2006/main" noGrp="1"/>
          </p:cNvSpPr>
          <p:nvPr/>
        </p:nvSpPr>
        <p:spPr>
          <a:xfrm xmlns:a="http://schemas.openxmlformats.org/drawingml/2006/main">
            <a:off x="5715000" y="3238500"/>
            <a:ext cx="0" cy="409575"/>
          </a:xfrm>
          <a:prstGeom xmlns:a="http://schemas.openxmlformats.org/drawingml/2006/main" prst="line">
            <a:avLst/>
          </a:prstGeom>
          <a:ln xmlns:a="http://schemas.openxmlformats.org/drawingml/2006/main" w="19050">
            <a:solidFill>
              <a:srgbClr val="D5E0DE"/>
            </a:solidFill>
          </a:ln>
        </p:spPr>
      </p:sp>
      <p:sp>
        <p:nvSpPr>
          <p:cNvPr id="15" name="">
            <a:extLst xmlns:a="http://schemas.openxmlformats.org/drawingml/2006/main">
              <a:ext uri="{FF2B5EF4-FFF2-40B4-BE49-F238E27FC236}">
                <a16:creationId xmlns:a16="http://schemas.microsoft.com/office/drawing/2014/main" id="{578CA3EB-3BC6-4988-A71F-6DAA1AF94461}"/>
              </a:ext>
            </a:extLst>
          </p:cNvPr>
          <p:cNvSpPr>
            <a:spLocks xmlns:a="http://schemas.openxmlformats.org/drawingml/2006/main" noGrp="1"/>
          </p:cNvSpPr>
          <p:nvPr/>
        </p:nvSpPr>
        <p:spPr>
          <a:xfrm xmlns:a="http://schemas.openxmlformats.org/drawingml/2006/main">
            <a:off x="6553200" y="3238500"/>
            <a:ext cx="0" cy="409575"/>
          </a:xfrm>
          <a:prstGeom xmlns:a="http://schemas.openxmlformats.org/drawingml/2006/main" prst="line">
            <a:avLst/>
          </a:prstGeom>
          <a:ln xmlns:a="http://schemas.openxmlformats.org/drawingml/2006/main" w="19050">
            <a:solidFill>
              <a:srgbClr val="D5E0DE"/>
            </a:solidFill>
          </a:ln>
        </p:spPr>
      </p:sp>
      <p:sp>
        <p:nvSpPr>
          <p:cNvPr id="16" name="">
            <a:extLst xmlns:a="http://schemas.openxmlformats.org/drawingml/2006/main">
              <a:ext uri="{FF2B5EF4-FFF2-40B4-BE49-F238E27FC236}">
                <a16:creationId xmlns:a16="http://schemas.microsoft.com/office/drawing/2014/main" id="{B66D63F4-F975-41BE-8252-7C1389FC586F}"/>
              </a:ext>
            </a:extLst>
          </p:cNvPr>
          <p:cNvSpPr>
            <a:spLocks xmlns:a="http://schemas.openxmlformats.org/drawingml/2006/main" noGrp="1"/>
          </p:cNvSpPr>
          <p:nvPr/>
        </p:nvSpPr>
        <p:spPr>
          <a:xfrm xmlns:a="http://schemas.openxmlformats.org/drawingml/2006/main">
            <a:off x="10553700" y="3238500"/>
            <a:ext cx="0" cy="409575"/>
          </a:xfrm>
          <a:prstGeom xmlns:a="http://schemas.openxmlformats.org/drawingml/2006/main" prst="line">
            <a:avLst/>
          </a:prstGeom>
          <a:ln xmlns:a="http://schemas.openxmlformats.org/drawingml/2006/main" w="19050">
            <a:solidFill>
              <a:srgbClr val="D5E0DE"/>
            </a:solidFill>
          </a:ln>
        </p:spPr>
      </p:sp>
      <p:sp>
        <p:nvSpPr>
          <p:cNvPr id="17" name="">
            <a:extLst xmlns:a="http://schemas.openxmlformats.org/drawingml/2006/main">
              <a:ext uri="{FF2B5EF4-FFF2-40B4-BE49-F238E27FC236}">
                <a16:creationId xmlns:a16="http://schemas.microsoft.com/office/drawing/2014/main" id="{0AE921F9-6870-4AE4-AEA3-C1DADAD23697}"/>
              </a:ext>
            </a:extLst>
          </p:cNvPr>
          <p:cNvSpPr>
            <a:spLocks xmlns:a="http://schemas.openxmlformats.org/drawingml/2006/main" noGrp="1"/>
          </p:cNvSpPr>
          <p:nvPr/>
        </p:nvSpPr>
        <p:spPr>
          <a:xfrm xmlns:a="http://schemas.openxmlformats.org/drawingml/2006/main">
            <a:off x="4295775" y="3438525"/>
            <a:ext cx="0" cy="790575"/>
          </a:xfrm>
          <a:prstGeom xmlns:a="http://schemas.openxmlformats.org/drawingml/2006/main" prst="line">
            <a:avLst/>
          </a:prstGeom>
          <a:ln xmlns:a="http://schemas.openxmlformats.org/drawingml/2006/main" w="23813">
            <a:solidFill>
              <a:srgbClr val="17785B"/>
            </a:solidFill>
          </a:ln>
        </p:spPr>
      </p:sp>
      <p:sp>
        <p:nvSpPr>
          <p:cNvPr id="18" name="">
            <a:extLst xmlns:a="http://schemas.openxmlformats.org/drawingml/2006/main">
              <a:ext uri="{FF2B5EF4-FFF2-40B4-BE49-F238E27FC236}">
                <a16:creationId xmlns:a16="http://schemas.microsoft.com/office/drawing/2014/main" id="{77742AE0-A5E0-4A96-A947-F78F7570C46E}"/>
              </a:ext>
            </a:extLst>
          </p:cNvPr>
          <p:cNvSpPr>
            <a:spLocks xmlns:a="http://schemas.openxmlformats.org/drawingml/2006/main" noGrp="1"/>
          </p:cNvSpPr>
          <p:nvPr/>
        </p:nvSpPr>
        <p:spPr>
          <a:xfrm xmlns:a="http://schemas.openxmlformats.org/drawingml/2006/main">
            <a:off x="4210050" y="3362325"/>
            <a:ext cx="171450" cy="171450"/>
          </a:xfrm>
          <a:prstGeom xmlns:a="http://schemas.openxmlformats.org/drawingml/2006/main" prst="ellipse">
            <a:avLst/>
          </a:prstGeom>
          <a:solidFill xmlns:a="http://schemas.openxmlformats.org/drawingml/2006/main">
            <a:srgbClr val="17785B"/>
          </a:solidFill>
          <a:ln xmlns:a="http://schemas.openxmlformats.org/drawingml/2006/main" w="0">
            <a:solidFill>
              <a:srgbClr val="17785B"/>
            </a:solidFill>
          </a:ln>
        </p:spPr>
      </p:sp>
      <p:sp>
        <p:nvSpPr>
          <p:cNvPr id="19" name="경영조사 2025.03.15">
            <a:extLst xmlns:a="http://schemas.openxmlformats.org/drawingml/2006/main">
              <a:ext uri="{FF2B5EF4-FFF2-40B4-BE49-F238E27FC236}">
                <a16:creationId xmlns:a16="http://schemas.microsoft.com/office/drawing/2014/main" id="{FE921469-8F58-485F-81C6-30151361D6A9}"/>
              </a:ext>
            </a:extLst>
          </p:cNvPr>
          <p:cNvSpPr>
            <a:spLocks xmlns:a="http://schemas.openxmlformats.org/drawingml/2006/main" noGrp="1"/>
          </p:cNvSpPr>
          <p:nvPr/>
        </p:nvSpPr>
        <p:spPr>
          <a:xfrm xmlns:a="http://schemas.openxmlformats.org/drawingml/2006/main">
            <a:off x="2057400" y="43338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7785B"/>
                </a:solidFill>
                <a:latin typeface="Noto Sans KR"/>
                <a:ea typeface="Noto Sans KR"/>
                <a:cs typeface="Noto Sans KR"/>
              </a:defRPr>
            </a:defPPr>
            <a:lvl1pPr algn="ctr">
              <a:defRPr sz="2325" b="1">
                <a:solidFill>
                  <a:srgbClr val="17785B"/>
                </a:solidFill>
                <a:latin typeface="Noto Sans KR"/>
                <a:ea typeface="Noto Sans KR"/>
                <a:cs typeface="Noto Sans KR"/>
              </a:defRPr>
            </a:lvl1pPr>
            <a:lvl2pPr algn="ctr">
              <a:defRPr sz="2325" b="1">
                <a:solidFill>
                  <a:srgbClr val="17785B"/>
                </a:solidFill>
                <a:latin typeface="Noto Sans KR"/>
                <a:ea typeface="Noto Sans KR"/>
                <a:cs typeface="Noto Sans KR"/>
              </a:defRPr>
            </a:lvl2pPr>
            <a:lvl3pPr algn="ctr">
              <a:defRPr sz="2325" b="1">
                <a:solidFill>
                  <a:srgbClr val="17785B"/>
                </a:solidFill>
                <a:latin typeface="Noto Sans KR"/>
                <a:ea typeface="Noto Sans KR"/>
                <a:cs typeface="Noto Sans KR"/>
              </a:defRPr>
            </a:lvl3pPr>
            <a:lvl4pPr algn="ctr">
              <a:defRPr sz="2325" b="1">
                <a:solidFill>
                  <a:srgbClr val="17785B"/>
                </a:solidFill>
                <a:latin typeface="Noto Sans KR"/>
                <a:ea typeface="Noto Sans KR"/>
                <a:cs typeface="Noto Sans KR"/>
              </a:defRPr>
            </a:lvl4pPr>
            <a:lvl5pPr algn="ctr">
              <a:defRPr sz="2325" b="1">
                <a:solidFill>
                  <a:srgbClr val="17785B"/>
                </a:solidFill>
                <a:latin typeface="Noto Sans KR"/>
                <a:ea typeface="Noto Sans KR"/>
                <a:cs typeface="Noto Sans KR"/>
              </a:defRPr>
            </a:lvl5pPr>
            <a:lvl6pPr algn="ctr">
              <a:defRPr sz="2325" b="1">
                <a:solidFill>
                  <a:srgbClr val="17785B"/>
                </a:solidFill>
                <a:latin typeface="Noto Sans KR"/>
                <a:ea typeface="Noto Sans KR"/>
                <a:cs typeface="Noto Sans KR"/>
              </a:defRPr>
            </a:lvl6pPr>
            <a:lvl7pPr algn="ctr">
              <a:defRPr sz="2325" b="1">
                <a:solidFill>
                  <a:srgbClr val="17785B"/>
                </a:solidFill>
                <a:latin typeface="Noto Sans KR"/>
                <a:ea typeface="Noto Sans KR"/>
                <a:cs typeface="Noto Sans KR"/>
              </a:defRPr>
            </a:lvl7pPr>
            <a:lvl8pPr algn="ctr">
              <a:defRPr sz="2325" b="1">
                <a:solidFill>
                  <a:srgbClr val="17785B"/>
                </a:solidFill>
                <a:latin typeface="Noto Sans KR"/>
                <a:ea typeface="Noto Sans KR"/>
                <a:cs typeface="Noto Sans KR"/>
              </a:defRPr>
            </a:lvl8pPr>
            <a:lvl9pPr algn="ctr">
              <a:defRPr sz="2325" b="1">
                <a:solidFill>
                  <a:srgbClr val="17785B"/>
                </a:solidFill>
                <a:latin typeface="Noto Sans KR"/>
                <a:ea typeface="Noto Sans KR"/>
                <a:cs typeface="Noto Sans KR"/>
              </a:defRPr>
            </a:lvl9pPr>
          </a:lstStyle>
          <a:p xmlns:a="http://schemas.openxmlformats.org/drawingml/2006/main">
            <a:pPr algn="ctr">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경영조사 2025.03.15</a:t>
            </a:r>
          </a:p>
        </p:txBody>
      </p:sp>
      <p:sp>
        <p:nvSpPr>
          <p:cNvPr id="20" name="첫 번째 작기에만 포함">
            <a:extLst xmlns:a="http://schemas.openxmlformats.org/drawingml/2006/main">
              <a:ext uri="{FF2B5EF4-FFF2-40B4-BE49-F238E27FC236}">
                <a16:creationId xmlns:a16="http://schemas.microsoft.com/office/drawing/2014/main" id="{4D860E99-04C0-4B20-A1FA-4838352084D0}"/>
              </a:ext>
            </a:extLst>
          </p:cNvPr>
          <p:cNvSpPr>
            <a:spLocks xmlns:a="http://schemas.openxmlformats.org/drawingml/2006/main" noGrp="1"/>
          </p:cNvSpPr>
          <p:nvPr/>
        </p:nvSpPr>
        <p:spPr>
          <a:xfrm xmlns:a="http://schemas.openxmlformats.org/drawingml/2006/main">
            <a:off x="2057400" y="4829175"/>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28343D"/>
                </a:solidFill>
                <a:latin typeface="Noto Sans KR"/>
                <a:ea typeface="Noto Sans KR"/>
                <a:cs typeface="Noto Sans KR"/>
              </a:defRPr>
            </a:defPPr>
            <a:lvl1pPr algn="ctr">
              <a:defRPr sz="2100" b="0">
                <a:solidFill>
                  <a:srgbClr val="28343D"/>
                </a:solidFill>
                <a:latin typeface="Noto Sans KR"/>
                <a:ea typeface="Noto Sans KR"/>
                <a:cs typeface="Noto Sans KR"/>
              </a:defRPr>
            </a:lvl1pPr>
            <a:lvl2pPr algn="ctr">
              <a:defRPr sz="2100" b="0">
                <a:solidFill>
                  <a:srgbClr val="28343D"/>
                </a:solidFill>
                <a:latin typeface="Noto Sans KR"/>
                <a:ea typeface="Noto Sans KR"/>
                <a:cs typeface="Noto Sans KR"/>
              </a:defRPr>
            </a:lvl2pPr>
            <a:lvl3pPr algn="ctr">
              <a:defRPr sz="2100" b="0">
                <a:solidFill>
                  <a:srgbClr val="28343D"/>
                </a:solidFill>
                <a:latin typeface="Noto Sans KR"/>
                <a:ea typeface="Noto Sans KR"/>
                <a:cs typeface="Noto Sans KR"/>
              </a:defRPr>
            </a:lvl3pPr>
            <a:lvl4pPr algn="ctr">
              <a:defRPr sz="2100" b="0">
                <a:solidFill>
                  <a:srgbClr val="28343D"/>
                </a:solidFill>
                <a:latin typeface="Noto Sans KR"/>
                <a:ea typeface="Noto Sans KR"/>
                <a:cs typeface="Noto Sans KR"/>
              </a:defRPr>
            </a:lvl4pPr>
            <a:lvl5pPr algn="ctr">
              <a:defRPr sz="2100" b="0">
                <a:solidFill>
                  <a:srgbClr val="28343D"/>
                </a:solidFill>
                <a:latin typeface="Noto Sans KR"/>
                <a:ea typeface="Noto Sans KR"/>
                <a:cs typeface="Noto Sans KR"/>
              </a:defRPr>
            </a:lvl5pPr>
            <a:lvl6pPr algn="ctr">
              <a:defRPr sz="2100" b="0">
                <a:solidFill>
                  <a:srgbClr val="28343D"/>
                </a:solidFill>
                <a:latin typeface="Noto Sans KR"/>
                <a:ea typeface="Noto Sans KR"/>
                <a:cs typeface="Noto Sans KR"/>
              </a:defRPr>
            </a:lvl6pPr>
            <a:lvl7pPr algn="ctr">
              <a:defRPr sz="2100" b="0">
                <a:solidFill>
                  <a:srgbClr val="28343D"/>
                </a:solidFill>
                <a:latin typeface="Noto Sans KR"/>
                <a:ea typeface="Noto Sans KR"/>
                <a:cs typeface="Noto Sans KR"/>
              </a:defRPr>
            </a:lvl7pPr>
            <a:lvl8pPr algn="ctr">
              <a:defRPr sz="2100" b="0">
                <a:solidFill>
                  <a:srgbClr val="28343D"/>
                </a:solidFill>
                <a:latin typeface="Noto Sans KR"/>
                <a:ea typeface="Noto Sans KR"/>
                <a:cs typeface="Noto Sans KR"/>
              </a:defRPr>
            </a:lvl8pPr>
            <a:lvl9pPr algn="ctr">
              <a:defRPr sz="2100" b="0">
                <a:solidFill>
                  <a:srgbClr val="28343D"/>
                </a:solidFill>
                <a:latin typeface="Noto Sans KR"/>
                <a:ea typeface="Noto Sans KR"/>
                <a:cs typeface="Noto Sans KR"/>
              </a:defRPr>
            </a:lvl9pPr>
          </a:lstStyle>
          <a:p xmlns:a="http://schemas.openxmlformats.org/drawingml/2006/main">
            <a:pPr algn="ctr">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첫 번째 작기에만 포함</a:t>
            </a:r>
          </a:p>
        </p:txBody>
      </p:sp>
      <p:sp>
        <p:nvSpPr>
          <p:cNvPr id="21" name="연결 제외">
            <a:extLst xmlns:a="http://schemas.openxmlformats.org/drawingml/2006/main">
              <a:ext uri="{FF2B5EF4-FFF2-40B4-BE49-F238E27FC236}">
                <a16:creationId xmlns:a16="http://schemas.microsoft.com/office/drawing/2014/main" id="{DAE13DFE-94D1-43B5-9899-298E72867437}"/>
              </a:ext>
            </a:extLst>
          </p:cNvPr>
          <p:cNvSpPr>
            <a:spLocks xmlns:a="http://schemas.openxmlformats.org/drawingml/2006/main" noGrp="1"/>
          </p:cNvSpPr>
          <p:nvPr/>
        </p:nvSpPr>
        <p:spPr>
          <a:xfrm xmlns:a="http://schemas.openxmlformats.org/drawingml/2006/main">
            <a:off x="609600" y="5457825"/>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5232"/>
                </a:solidFill>
                <a:latin typeface="Noto Sans KR"/>
                <a:ea typeface="Noto Sans KR"/>
                <a:cs typeface="Noto Sans KR"/>
              </a:defRPr>
            </a:defPPr>
            <a:lvl1pPr algn="l">
              <a:defRPr sz="1875" b="1">
                <a:solidFill>
                  <a:srgbClr val="BD5232"/>
                </a:solidFill>
                <a:latin typeface="Noto Sans KR"/>
                <a:ea typeface="Noto Sans KR"/>
                <a:cs typeface="Noto Sans KR"/>
              </a:defRPr>
            </a:lvl1pPr>
            <a:lvl2pPr algn="l">
              <a:defRPr sz="1875" b="1">
                <a:solidFill>
                  <a:srgbClr val="BD5232"/>
                </a:solidFill>
                <a:latin typeface="Noto Sans KR"/>
                <a:ea typeface="Noto Sans KR"/>
                <a:cs typeface="Noto Sans KR"/>
              </a:defRPr>
            </a:lvl2pPr>
            <a:lvl3pPr algn="l">
              <a:defRPr sz="1875" b="1">
                <a:solidFill>
                  <a:srgbClr val="BD5232"/>
                </a:solidFill>
                <a:latin typeface="Noto Sans KR"/>
                <a:ea typeface="Noto Sans KR"/>
                <a:cs typeface="Noto Sans KR"/>
              </a:defRPr>
            </a:lvl3pPr>
            <a:lvl4pPr algn="l">
              <a:defRPr sz="1875" b="1">
                <a:solidFill>
                  <a:srgbClr val="BD5232"/>
                </a:solidFill>
                <a:latin typeface="Noto Sans KR"/>
                <a:ea typeface="Noto Sans KR"/>
                <a:cs typeface="Noto Sans KR"/>
              </a:defRPr>
            </a:lvl4pPr>
            <a:lvl5pPr algn="l">
              <a:defRPr sz="1875" b="1">
                <a:solidFill>
                  <a:srgbClr val="BD5232"/>
                </a:solidFill>
                <a:latin typeface="Noto Sans KR"/>
                <a:ea typeface="Noto Sans KR"/>
                <a:cs typeface="Noto Sans KR"/>
              </a:defRPr>
            </a:lvl5pPr>
            <a:lvl6pPr algn="l">
              <a:defRPr sz="1875" b="1">
                <a:solidFill>
                  <a:srgbClr val="BD5232"/>
                </a:solidFill>
                <a:latin typeface="Noto Sans KR"/>
                <a:ea typeface="Noto Sans KR"/>
                <a:cs typeface="Noto Sans KR"/>
              </a:defRPr>
            </a:lvl6pPr>
            <a:lvl7pPr algn="l">
              <a:defRPr sz="1875" b="1">
                <a:solidFill>
                  <a:srgbClr val="BD5232"/>
                </a:solidFill>
                <a:latin typeface="Noto Sans KR"/>
                <a:ea typeface="Noto Sans KR"/>
                <a:cs typeface="Noto Sans KR"/>
              </a:defRPr>
            </a:lvl7pPr>
            <a:lvl8pPr algn="l">
              <a:defRPr sz="1875" b="1">
                <a:solidFill>
                  <a:srgbClr val="BD5232"/>
                </a:solidFill>
                <a:latin typeface="Noto Sans KR"/>
                <a:ea typeface="Noto Sans KR"/>
                <a:cs typeface="Noto Sans KR"/>
              </a:defRPr>
            </a:lvl8pPr>
            <a:lvl9pPr algn="l">
              <a:defRPr sz="1875" b="1">
                <a:solidFill>
                  <a:srgbClr val="BD5232"/>
                </a:solidFill>
                <a:latin typeface="Noto Sans KR"/>
                <a:ea typeface="Noto Sans KR"/>
                <a:cs typeface="Noto Sans KR"/>
              </a:defRPr>
            </a:lvl9pPr>
          </a:lstStyle>
          <a:p xmlns:a="http://schemas.openxmlformats.org/drawingml/2006/main">
            <a:pPr algn="l">
              <a:defRPr sz="1875" b="1">
                <a:solidFill>
                  <a:srgbClr val="BD5232"/>
                </a:solidFill>
                <a:latin typeface="Noto Sans KR"/>
                <a:ea typeface="Noto Sans KR"/>
                <a:cs typeface="Noto Sans KR"/>
              </a:defRPr>
            </a:pPr>
            <a:r>
              <a:rPr sz="1875" b="1">
                <a:solidFill>
                  <a:srgbClr val="BD5232"/>
                </a:solidFill>
                <a:latin typeface="Noto Sans KR"/>
                <a:ea typeface="Noto Sans KR"/>
                <a:cs typeface="Noto Sans KR"/>
              </a:rPr>
              <a:t>연결 제외</a:t>
            </a:r>
          </a:p>
        </p:txBody>
      </p:sp>
      <p:sp>
        <p:nvSpPr>
          <p:cNvPr id="22" name="시설ID 불일치     기간 밖 조사     두 작기에 동시에 포함">
            <a:extLst xmlns:a="http://schemas.openxmlformats.org/drawingml/2006/main">
              <a:ext uri="{FF2B5EF4-FFF2-40B4-BE49-F238E27FC236}">
                <a16:creationId xmlns:a16="http://schemas.microsoft.com/office/drawing/2014/main" id="{B52F8087-5858-44FE-9F20-6B7ACB8A6CD0}"/>
              </a:ext>
            </a:extLst>
          </p:cNvPr>
          <p:cNvSpPr>
            <a:spLocks xmlns:a="http://schemas.openxmlformats.org/drawingml/2006/main" noGrp="1"/>
          </p:cNvSpPr>
          <p:nvPr/>
        </p:nvSpPr>
        <p:spPr>
          <a:xfrm xmlns:a="http://schemas.openxmlformats.org/drawingml/2006/main">
            <a:off x="2190750" y="5457825"/>
            <a:ext cx="9391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시설ID 불일치     기간 밖 조사     두 작기에 동시에 포함</a:t>
            </a:r>
          </a:p>
        </p:txBody>
      </p:sp>
      <p:sp>
        <p:nvSpPr>
          <p:cNvPr id="23" name="연결 원리 설명용 임의 예시입니다. 실제 농가 기록이 아니며, 연결만으로 작기 총량이 확인되지는 않습니다.">
            <a:extLst xmlns:a="http://schemas.openxmlformats.org/drawingml/2006/main">
              <a:ext uri="{FF2B5EF4-FFF2-40B4-BE49-F238E27FC236}">
                <a16:creationId xmlns:a16="http://schemas.microsoft.com/office/drawing/2014/main" id="{A62EE863-CF09-4760-90F7-F50B424E0DD8}"/>
              </a:ext>
            </a:extLst>
          </p:cNvPr>
          <p:cNvSpPr>
            <a:spLocks xmlns:a="http://schemas.openxmlformats.org/drawingml/2006/main" noGrp="1"/>
          </p:cNvSpPr>
          <p:nvPr/>
        </p:nvSpPr>
        <p:spPr>
          <a:xfrm xmlns:a="http://schemas.openxmlformats.org/drawingml/2006/main">
            <a:off x="609600" y="60483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연결 원리 설명용 임의 예시입니다. 실제 농가 기록이 아니며, 연결만으로 작기 총량이 확인되지는 않습니다.</a:t>
            </a:r>
          </a:p>
        </p:txBody>
      </p:sp>
    </p:spTree>
    <p:extLst>
      <p:ext uri="{BB962C8B-B14F-4D97-AF65-F5344CB8AC3E}">
        <p14:creationId xmlns:p14="http://schemas.microsoft.com/office/powerpoint/2010/main" val="18265895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대회 시설 명세서의 7개 계획 입력">
            <a:extLst xmlns:a="http://schemas.openxmlformats.org/drawingml/2006/main">
              <a:ext uri="{FF2B5EF4-FFF2-40B4-BE49-F238E27FC236}">
                <a16:creationId xmlns:a16="http://schemas.microsoft.com/office/drawing/2014/main" id="{D9404F37-21BD-4867-9163-1170ED42CD93}"/>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대회 시설 명세서의 7개 계획 입력</a:t>
            </a:r>
          </a:p>
        </p:txBody>
      </p:sp>
      <p:sp>
        <p:nvSpPr>
          <p:cNvPr id="2" name="05">
            <a:extLst xmlns:a="http://schemas.openxmlformats.org/drawingml/2006/main">
              <a:ext uri="{FF2B5EF4-FFF2-40B4-BE49-F238E27FC236}">
                <a16:creationId xmlns:a16="http://schemas.microsoft.com/office/drawing/2014/main" id="{12918913-20F4-4CE5-A5DB-162091DA08EE}"/>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05</a:t>
            </a:r>
          </a:p>
        </p:txBody>
      </p:sp>
      <p:pic>
        <p:nvPicPr>
          <p:cNvPr id="3" name="">
            <a:extLst xmlns:a="http://schemas.openxmlformats.org/drawingml/2006/main">
              <a:ext uri="{FF2B5EF4-FFF2-40B4-BE49-F238E27FC236}">
                <a16:creationId xmlns:a16="http://schemas.microsoft.com/office/drawing/2014/main" id="{6AB63506-C8D6-4678-A4D2-F29ED1EB07B5}"/>
              </a:ext>
            </a:extLst>
          </p:cNvPr>
          <p:cNvPicPr>
            <a:picLocks xmlns:a="http://schemas.openxmlformats.org/drawingml/2006/main" noChangeAspect="1"/>
          </p:cNvPicPr>
          <p:nvPr/>
        </p:nvPicPr>
        <p:blipFill>
          <a:blip xmlns:r="http://schemas.openxmlformats.org/officeDocument/2006/relationships" xmlns:a="http://schemas.openxmlformats.org/drawingml/2006/main" r:embed="Rb604abad009c4fd6"/>
          <a:stretch xmlns:a="http://schemas.openxmlformats.org/drawingml/2006/main"/>
        </p:blipFill>
        <p:spPr>
          <a:xfrm xmlns:a="http://schemas.openxmlformats.org/drawingml/2006/main">
            <a:off x="3867150" y="2000250"/>
            <a:ext cx="4457700" cy="3343275"/>
          </a:xfrm>
          <a:prstGeom xmlns:a="http://schemas.openxmlformats.org/drawingml/2006/main" prst="rect">
            <a:avLst/>
          </a:prstGeom>
        </p:spPr>
      </p:pic>
      <p:sp>
        <p:nvSpPr>
          <p:cNvPr id="4" name="무엇을 재배하나">
            <a:extLst xmlns:a="http://schemas.openxmlformats.org/drawingml/2006/main">
              <a:ext uri="{FF2B5EF4-FFF2-40B4-BE49-F238E27FC236}">
                <a16:creationId xmlns:a16="http://schemas.microsoft.com/office/drawing/2014/main" id="{BB02B5D8-BAF7-4657-B8EB-60FBAA1261BD}"/>
              </a:ext>
            </a:extLst>
          </p:cNvPr>
          <p:cNvSpPr>
            <a:spLocks xmlns:a="http://schemas.openxmlformats.org/drawingml/2006/main" noGrp="1"/>
          </p:cNvSpPr>
          <p:nvPr/>
        </p:nvSpPr>
        <p:spPr>
          <a:xfrm xmlns:a="http://schemas.openxmlformats.org/drawingml/2006/main">
            <a:off x="609600" y="1809750"/>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무엇을 재배하나</a:t>
            </a:r>
          </a:p>
        </p:txBody>
      </p:sp>
      <p:sp>
        <p:nvSpPr>
          <p:cNvPr id="5" name="① 품목&#10;② 지역">
            <a:extLst xmlns:a="http://schemas.openxmlformats.org/drawingml/2006/main">
              <a:ext uri="{FF2B5EF4-FFF2-40B4-BE49-F238E27FC236}">
                <a16:creationId xmlns:a16="http://schemas.microsoft.com/office/drawing/2014/main" id="{2065766D-BD24-4ECA-BDDA-C2363898D7CA}"/>
              </a:ext>
            </a:extLst>
          </p:cNvPr>
          <p:cNvSpPr>
            <a:spLocks xmlns:a="http://schemas.openxmlformats.org/drawingml/2006/main" noGrp="1"/>
          </p:cNvSpPr>
          <p:nvPr/>
        </p:nvSpPr>
        <p:spPr>
          <a:xfrm xmlns:a="http://schemas.openxmlformats.org/drawingml/2006/main">
            <a:off x="609600" y="23241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① 품목</a:t>
            </a:r>
          </a:p>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② 지역</a:t>
            </a:r>
          </a:p>
        </p:txBody>
      </p:sp>
      <p:sp>
        <p:nvSpPr>
          <p:cNvPr id="6" name="어떤 시설인가">
            <a:extLst xmlns:a="http://schemas.openxmlformats.org/drawingml/2006/main">
              <a:ext uri="{FF2B5EF4-FFF2-40B4-BE49-F238E27FC236}">
                <a16:creationId xmlns:a16="http://schemas.microsoft.com/office/drawing/2014/main" id="{26F5B27A-E415-4058-987A-AC36D82E2BFC}"/>
              </a:ext>
            </a:extLst>
          </p:cNvPr>
          <p:cNvSpPr>
            <a:spLocks xmlns:a="http://schemas.openxmlformats.org/drawingml/2006/main" noGrp="1"/>
          </p:cNvSpPr>
          <p:nvPr/>
        </p:nvSpPr>
        <p:spPr>
          <a:xfrm xmlns:a="http://schemas.openxmlformats.org/drawingml/2006/main">
            <a:off x="609600" y="4000500"/>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어떤 시설인가</a:t>
            </a:r>
          </a:p>
        </p:txBody>
      </p:sp>
      <p:sp>
        <p:nvSpPr>
          <p:cNvPr id="7" name="③ 온실 유형&#10;④ 규모 설명">
            <a:extLst xmlns:a="http://schemas.openxmlformats.org/drawingml/2006/main">
              <a:ext uri="{FF2B5EF4-FFF2-40B4-BE49-F238E27FC236}">
                <a16:creationId xmlns:a16="http://schemas.microsoft.com/office/drawing/2014/main" id="{B9B0B6E1-F7A8-4753-9729-8DDED628B1AD}"/>
              </a:ext>
            </a:extLst>
          </p:cNvPr>
          <p:cNvSpPr>
            <a:spLocks xmlns:a="http://schemas.openxmlformats.org/drawingml/2006/main" noGrp="1"/>
          </p:cNvSpPr>
          <p:nvPr/>
        </p:nvSpPr>
        <p:spPr>
          <a:xfrm xmlns:a="http://schemas.openxmlformats.org/drawingml/2006/main">
            <a:off x="609600" y="4495800"/>
            <a:ext cx="2905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③ 온실 유형</a:t>
            </a:r>
          </a:p>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④ 규모 설명</a:t>
            </a:r>
          </a:p>
        </p:txBody>
      </p:sp>
      <p:sp>
        <p:nvSpPr>
          <p:cNvPr id="8" name="얼마나 넓은가">
            <a:extLst xmlns:a="http://schemas.openxmlformats.org/drawingml/2006/main">
              <a:ext uri="{FF2B5EF4-FFF2-40B4-BE49-F238E27FC236}">
                <a16:creationId xmlns:a16="http://schemas.microsoft.com/office/drawing/2014/main" id="{1343D51C-2746-423D-8792-23FC6B585003}"/>
              </a:ext>
            </a:extLst>
          </p:cNvPr>
          <p:cNvSpPr>
            <a:spLocks xmlns:a="http://schemas.openxmlformats.org/drawingml/2006/main" noGrp="1"/>
          </p:cNvSpPr>
          <p:nvPr/>
        </p:nvSpPr>
        <p:spPr>
          <a:xfrm xmlns:a="http://schemas.openxmlformats.org/drawingml/2006/main">
            <a:off x="9172575" y="1809750"/>
            <a:ext cx="240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얼마나 넓은가</a:t>
            </a:r>
          </a:p>
        </p:txBody>
      </p:sp>
      <p:sp>
        <p:nvSpPr>
          <p:cNvPr id="9" name="⑤ 면적 ㎡">
            <a:extLst xmlns:a="http://schemas.openxmlformats.org/drawingml/2006/main">
              <a:ext uri="{FF2B5EF4-FFF2-40B4-BE49-F238E27FC236}">
                <a16:creationId xmlns:a16="http://schemas.microsoft.com/office/drawing/2014/main" id="{C4F014D3-F531-4610-B85F-7D074095780F}"/>
              </a:ext>
            </a:extLst>
          </p:cNvPr>
          <p:cNvSpPr>
            <a:spLocks xmlns:a="http://schemas.openxmlformats.org/drawingml/2006/main" noGrp="1"/>
          </p:cNvSpPr>
          <p:nvPr/>
        </p:nvSpPr>
        <p:spPr>
          <a:xfrm xmlns:a="http://schemas.openxmlformats.org/drawingml/2006/main">
            <a:off x="9172575" y="2324100"/>
            <a:ext cx="2409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⑤ 면적 ㎡</a:t>
            </a:r>
          </a:p>
        </p:txBody>
      </p:sp>
      <p:sp>
        <p:nvSpPr>
          <p:cNvPr id="10" name="언제 시작하나">
            <a:extLst xmlns:a="http://schemas.openxmlformats.org/drawingml/2006/main">
              <a:ext uri="{FF2B5EF4-FFF2-40B4-BE49-F238E27FC236}">
                <a16:creationId xmlns:a16="http://schemas.microsoft.com/office/drawing/2014/main" id="{334CF75C-743B-4F9F-8803-E9663F8C584A}"/>
              </a:ext>
            </a:extLst>
          </p:cNvPr>
          <p:cNvSpPr>
            <a:spLocks xmlns:a="http://schemas.openxmlformats.org/drawingml/2006/main" noGrp="1"/>
          </p:cNvSpPr>
          <p:nvPr/>
        </p:nvSpPr>
        <p:spPr>
          <a:xfrm xmlns:a="http://schemas.openxmlformats.org/drawingml/2006/main">
            <a:off x="9172575" y="4000500"/>
            <a:ext cx="2409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언제 시작하나</a:t>
            </a:r>
          </a:p>
        </p:txBody>
      </p:sp>
      <p:sp>
        <p:nvSpPr>
          <p:cNvPr id="11" name="⑥ 시작 연도&#10;⑦ 시작 월">
            <a:extLst xmlns:a="http://schemas.openxmlformats.org/drawingml/2006/main">
              <a:ext uri="{FF2B5EF4-FFF2-40B4-BE49-F238E27FC236}">
                <a16:creationId xmlns:a16="http://schemas.microsoft.com/office/drawing/2014/main" id="{5A4E7B1C-8B78-4E34-AA19-0F64E9A0680E}"/>
              </a:ext>
            </a:extLst>
          </p:cNvPr>
          <p:cNvSpPr>
            <a:spLocks xmlns:a="http://schemas.openxmlformats.org/drawingml/2006/main" noGrp="1"/>
          </p:cNvSpPr>
          <p:nvPr/>
        </p:nvSpPr>
        <p:spPr>
          <a:xfrm xmlns:a="http://schemas.openxmlformats.org/drawingml/2006/main">
            <a:off x="9172575" y="449580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⑥ 시작 연도</a:t>
            </a:r>
          </a:p>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⑦ 시작 월</a:t>
            </a:r>
          </a:p>
        </p:txBody>
      </p:sp>
      <p:sp>
        <p:nvSpPr>
          <p:cNvPr id="12" name="시설ID는 평가 그룹을 나누는 데만 씁니다. 실제 종료일과 사후 환경·생육 관측값은 입력에서 제외합니다.">
            <a:extLst xmlns:a="http://schemas.openxmlformats.org/drawingml/2006/main">
              <a:ext uri="{FF2B5EF4-FFF2-40B4-BE49-F238E27FC236}">
                <a16:creationId xmlns:a16="http://schemas.microsoft.com/office/drawing/2014/main" id="{FA6D2AD1-CB25-45B6-939E-4A9B7F404BD1}"/>
              </a:ext>
            </a:extLst>
          </p:cNvPr>
          <p:cNvSpPr>
            <a:spLocks xmlns:a="http://schemas.openxmlformats.org/drawingml/2006/main" noGrp="1"/>
          </p:cNvSpPr>
          <p:nvPr/>
        </p:nvSpPr>
        <p:spPr>
          <a:xfrm xmlns:a="http://schemas.openxmlformats.org/drawingml/2006/main">
            <a:off x="609600" y="59531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시설ID는 평가 그룹을 나누는 데만 씁니다. 실제 종료일과 사후 환경·생육 관측값은 입력에서 제외합니다.</a:t>
            </a:r>
          </a:p>
        </p:txBody>
      </p:sp>
    </p:spTree>
    <p:extLst>
      <p:ext uri="{BB962C8B-B14F-4D97-AF65-F5344CB8AC3E}">
        <p14:creationId xmlns:p14="http://schemas.microsoft.com/office/powerpoint/2010/main" val="8891409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3A3790F0-E50C-432C-BC16-6843CDF41B47}"/>
              </a:ext>
            </a:extLst>
          </p:cNvPr>
          <p:cNvCxnSpPr>
            <a:stCxn xmlns:a="http://schemas.openxmlformats.org/drawingml/2006/main" id="14" idx="3"/>
            <a:endCxn xmlns:a="http://schemas.openxmlformats.org/drawingml/2006/main" id="15" idx="1"/>
          </p:cNvCxnSpPr>
          <p:nvPr/>
        </p:nvCxnSpPr>
        <p:spPr>
          <a:xfrm xmlns:a="http://schemas.openxmlformats.org/drawingml/2006/main">
            <a:off x="7419975" y="4733925"/>
            <a:ext cx="1190625" cy="0"/>
          </a:xfrm>
          <a:prstGeom xmlns:a="http://schemas.openxmlformats.org/drawingml/2006/main" prst="straightConnector1">
            <a:avLst/>
          </a:prstGeom>
          <a:ln xmlns:a="http://schemas.openxmlformats.org/drawingml/2006/main" w="23813">
            <a:solidFill>
              <a:srgbClr val="17785B"/>
            </a:solidFill>
            <a:tailEnd type="triangle" w="med" len="med"/>
          </a:ln>
        </p:spPr>
      </p:cxnSp>
      <p:cxnSp>
        <p:nvCxnSpPr>
          <p:cNvPr id="13" name="">
            <a:extLst xmlns:a="http://schemas.openxmlformats.org/drawingml/2006/main">
              <a:ext uri="{FF2B5EF4-FFF2-40B4-BE49-F238E27FC236}">
                <a16:creationId xmlns:a16="http://schemas.microsoft.com/office/drawing/2014/main" id="{639D3411-16E1-4712-A161-A0EFECD6C9FF}"/>
              </a:ext>
            </a:extLst>
          </p:cNvPr>
          <p:cNvCxnSpPr>
            <a:stCxn xmlns:a="http://schemas.openxmlformats.org/drawingml/2006/main" id="11" idx="3"/>
            <a:endCxn xmlns:a="http://schemas.openxmlformats.org/drawingml/2006/main" id="12" idx="1"/>
          </p:cNvCxnSpPr>
          <p:nvPr/>
        </p:nvCxnSpPr>
        <p:spPr>
          <a:xfrm xmlns:a="http://schemas.openxmlformats.org/drawingml/2006/main">
            <a:off x="7419975" y="2781300"/>
            <a:ext cx="1190625" cy="0"/>
          </a:xfrm>
          <a:prstGeom xmlns:a="http://schemas.openxmlformats.org/drawingml/2006/main" prst="straightConnector1">
            <a:avLst/>
          </a:prstGeom>
          <a:ln xmlns:a="http://schemas.openxmlformats.org/drawingml/2006/main" w="23813">
            <a:solidFill>
              <a:srgbClr val="17785B"/>
            </a:solidFill>
            <a:tailEnd type="triangle" w="med" len="med"/>
          </a:ln>
        </p:spPr>
      </p:cxnSp>
      <p:sp>
        <p:nvSpPr>
          <p:cNvPr id="21" name="출하량 또는 총매출을 비용 계획에 연결">
            <a:extLst xmlns:a="http://schemas.openxmlformats.org/drawingml/2006/main">
              <a:ext uri="{FF2B5EF4-FFF2-40B4-BE49-F238E27FC236}">
                <a16:creationId xmlns:a16="http://schemas.microsoft.com/office/drawing/2014/main" id="{E7E81319-D3D1-4BB4-87D7-92F418203434}"/>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출하량 또는 총매출을 비용 계획에 연결</a:t>
            </a:r>
          </a:p>
        </p:txBody>
      </p:sp>
      <p:sp>
        <p:nvSpPr>
          <p:cNvPr id="2" name="06">
            <a:extLst xmlns:a="http://schemas.openxmlformats.org/drawingml/2006/main">
              <a:ext uri="{FF2B5EF4-FFF2-40B4-BE49-F238E27FC236}">
                <a16:creationId xmlns:a16="http://schemas.microsoft.com/office/drawing/2014/main" id="{FA676397-0EF0-4DF1-BDAD-D25E3FAA74ED}"/>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06</a:t>
            </a:r>
          </a:p>
        </p:txBody>
      </p:sp>
      <p:sp>
        <p:nvSpPr>
          <p:cNvPr id="3" name="두 경로 중 하나를 선택">
            <a:extLst xmlns:a="http://schemas.openxmlformats.org/drawingml/2006/main">
              <a:ext uri="{FF2B5EF4-FFF2-40B4-BE49-F238E27FC236}">
                <a16:creationId xmlns:a16="http://schemas.microsoft.com/office/drawing/2014/main" id="{5600098F-5912-4256-B88D-B891F261ECAF}"/>
              </a:ext>
            </a:extLst>
          </p:cNvPr>
          <p:cNvSpPr>
            <a:spLocks xmlns:a="http://schemas.openxmlformats.org/drawingml/2006/main" noGrp="1"/>
          </p:cNvSpPr>
          <p:nvPr/>
        </p:nvSpPr>
        <p:spPr>
          <a:xfrm xmlns:a="http://schemas.openxmlformats.org/drawingml/2006/main">
            <a:off x="609600" y="1619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158A7"/>
                </a:solidFill>
                <a:latin typeface="Noto Sans KR"/>
                <a:ea typeface="Noto Sans KR"/>
                <a:cs typeface="Noto Sans KR"/>
              </a:defRPr>
            </a:defPPr>
            <a:lvl1pPr algn="l">
              <a:defRPr sz="2100" b="1">
                <a:solidFill>
                  <a:srgbClr val="3158A7"/>
                </a:solidFill>
                <a:latin typeface="Noto Sans KR"/>
                <a:ea typeface="Noto Sans KR"/>
                <a:cs typeface="Noto Sans KR"/>
              </a:defRPr>
            </a:lvl1pPr>
            <a:lvl2pPr algn="l">
              <a:defRPr sz="2100" b="1">
                <a:solidFill>
                  <a:srgbClr val="3158A7"/>
                </a:solidFill>
                <a:latin typeface="Noto Sans KR"/>
                <a:ea typeface="Noto Sans KR"/>
                <a:cs typeface="Noto Sans KR"/>
              </a:defRPr>
            </a:lvl2pPr>
            <a:lvl3pPr algn="l">
              <a:defRPr sz="2100" b="1">
                <a:solidFill>
                  <a:srgbClr val="3158A7"/>
                </a:solidFill>
                <a:latin typeface="Noto Sans KR"/>
                <a:ea typeface="Noto Sans KR"/>
                <a:cs typeface="Noto Sans KR"/>
              </a:defRPr>
            </a:lvl3pPr>
            <a:lvl4pPr algn="l">
              <a:defRPr sz="2100" b="1">
                <a:solidFill>
                  <a:srgbClr val="3158A7"/>
                </a:solidFill>
                <a:latin typeface="Noto Sans KR"/>
                <a:ea typeface="Noto Sans KR"/>
                <a:cs typeface="Noto Sans KR"/>
              </a:defRPr>
            </a:lvl4pPr>
            <a:lvl5pPr algn="l">
              <a:defRPr sz="2100" b="1">
                <a:solidFill>
                  <a:srgbClr val="3158A7"/>
                </a:solidFill>
                <a:latin typeface="Noto Sans KR"/>
                <a:ea typeface="Noto Sans KR"/>
                <a:cs typeface="Noto Sans KR"/>
              </a:defRPr>
            </a:lvl5pPr>
            <a:lvl6pPr algn="l">
              <a:defRPr sz="2100" b="1">
                <a:solidFill>
                  <a:srgbClr val="3158A7"/>
                </a:solidFill>
                <a:latin typeface="Noto Sans KR"/>
                <a:ea typeface="Noto Sans KR"/>
                <a:cs typeface="Noto Sans KR"/>
              </a:defRPr>
            </a:lvl6pPr>
            <a:lvl7pPr algn="l">
              <a:defRPr sz="2100" b="1">
                <a:solidFill>
                  <a:srgbClr val="3158A7"/>
                </a:solidFill>
                <a:latin typeface="Noto Sans KR"/>
                <a:ea typeface="Noto Sans KR"/>
                <a:cs typeface="Noto Sans KR"/>
              </a:defRPr>
            </a:lvl7pPr>
            <a:lvl8pPr algn="l">
              <a:defRPr sz="2100" b="1">
                <a:solidFill>
                  <a:srgbClr val="3158A7"/>
                </a:solidFill>
                <a:latin typeface="Noto Sans KR"/>
                <a:ea typeface="Noto Sans KR"/>
                <a:cs typeface="Noto Sans KR"/>
              </a:defRPr>
            </a:lvl8pPr>
            <a:lvl9pPr algn="l">
              <a:defRPr sz="2100" b="1">
                <a:solidFill>
                  <a:srgbClr val="3158A7"/>
                </a:solidFill>
                <a:latin typeface="Noto Sans KR"/>
                <a:ea typeface="Noto Sans KR"/>
                <a:cs typeface="Noto Sans KR"/>
              </a:defRPr>
            </a:lvl9pPr>
          </a:lstStyle>
          <a:p xmlns:a="http://schemas.openxmlformats.org/drawingml/2006/main">
            <a:pPr algn="l">
              <a:defRPr sz="2100" b="1">
                <a:solidFill>
                  <a:srgbClr val="3158A7"/>
                </a:solidFill>
                <a:latin typeface="Noto Sans KR"/>
                <a:ea typeface="Noto Sans KR"/>
                <a:cs typeface="Noto Sans KR"/>
              </a:defRPr>
            </a:pPr>
            <a:r>
              <a:rPr sz="2100" b="1">
                <a:solidFill>
                  <a:srgbClr val="3158A7"/>
                </a:solidFill>
                <a:latin typeface="Noto Sans KR"/>
                <a:ea typeface="Noto Sans KR"/>
                <a:cs typeface="Noto Sans KR"/>
              </a:rPr>
              <a:t>두 경로 중 하나를 선택</a:t>
            </a:r>
          </a:p>
        </p:txBody>
      </p:sp>
      <p:pic>
        <p:nvPicPr>
          <p:cNvPr id="4" name="">
            <a:extLst xmlns:a="http://schemas.openxmlformats.org/drawingml/2006/main">
              <a:ext uri="{FF2B5EF4-FFF2-40B4-BE49-F238E27FC236}">
                <a16:creationId xmlns:a16="http://schemas.microsoft.com/office/drawing/2014/main" id="{E7417A47-2BF5-47E8-A112-46C0CDD7DCC0}"/>
              </a:ext>
            </a:extLst>
          </p:cNvPr>
          <p:cNvPicPr>
            <a:picLocks xmlns:a="http://schemas.openxmlformats.org/drawingml/2006/main" noChangeAspect="1"/>
          </p:cNvPicPr>
          <p:nvPr/>
        </p:nvPicPr>
        <p:blipFill>
          <a:blip xmlns:r="http://schemas.openxmlformats.org/officeDocument/2006/relationships" xmlns:a="http://schemas.openxmlformats.org/drawingml/2006/main" r:embed="Rb98b409c8b9c4856"/>
          <a:stretch xmlns:a="http://schemas.openxmlformats.org/drawingml/2006/main"/>
        </p:blipFill>
        <p:spPr>
          <a:xfrm xmlns:a="http://schemas.openxmlformats.org/drawingml/2006/main">
            <a:off x="838200" y="2181225"/>
            <a:ext cx="2171700" cy="16287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2CAE414-B849-402D-9983-AD4C93885F10}"/>
              </a:ext>
            </a:extLst>
          </p:cNvPr>
          <p:cNvPicPr>
            <a:picLocks xmlns:a="http://schemas.openxmlformats.org/drawingml/2006/main" noChangeAspect="1"/>
          </p:cNvPicPr>
          <p:nvPr/>
        </p:nvPicPr>
        <p:blipFill>
          <a:blip xmlns:r="http://schemas.openxmlformats.org/officeDocument/2006/relationships" xmlns:a="http://schemas.openxmlformats.org/drawingml/2006/main" r:embed="R02757c2d5ac24772"/>
          <a:stretch xmlns:a="http://schemas.openxmlformats.org/drawingml/2006/main"/>
        </p:blipFill>
        <p:spPr>
          <a:xfrm xmlns:a="http://schemas.openxmlformats.org/drawingml/2006/main">
            <a:off x="857250" y="4114800"/>
            <a:ext cx="2133600" cy="1600200"/>
          </a:xfrm>
          <a:prstGeom xmlns:a="http://schemas.openxmlformats.org/drawingml/2006/main" prst="rect">
            <a:avLst/>
          </a:prstGeom>
        </p:spPr>
      </p:pic>
      <p:sp>
        <p:nvSpPr>
          <p:cNvPr id="6" name="출하량 예측">
            <a:extLst xmlns:a="http://schemas.openxmlformats.org/drawingml/2006/main">
              <a:ext uri="{FF2B5EF4-FFF2-40B4-BE49-F238E27FC236}">
                <a16:creationId xmlns:a16="http://schemas.microsoft.com/office/drawing/2014/main" id="{1AA07A1E-B62B-4D0B-9097-A222AC3E64DF}"/>
              </a:ext>
            </a:extLst>
          </p:cNvPr>
          <p:cNvSpPr>
            <a:spLocks xmlns:a="http://schemas.openxmlformats.org/drawingml/2006/main" noGrp="1"/>
          </p:cNvSpPr>
          <p:nvPr/>
        </p:nvSpPr>
        <p:spPr>
          <a:xfrm xmlns:a="http://schemas.openxmlformats.org/drawingml/2006/main">
            <a:off x="3429000" y="22479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출하량 예측</a:t>
            </a:r>
          </a:p>
        </p:txBody>
      </p:sp>
      <p:sp>
        <p:nvSpPr>
          <p:cNvPr id="7" name="kg × 농가 수취단가">
            <a:extLst xmlns:a="http://schemas.openxmlformats.org/drawingml/2006/main">
              <a:ext uri="{FF2B5EF4-FFF2-40B4-BE49-F238E27FC236}">
                <a16:creationId xmlns:a16="http://schemas.microsoft.com/office/drawing/2014/main" id="{0CCAE26B-C0C7-4E09-B764-B771351920B1}"/>
              </a:ext>
            </a:extLst>
          </p:cNvPr>
          <p:cNvSpPr>
            <a:spLocks xmlns:a="http://schemas.openxmlformats.org/drawingml/2006/main" noGrp="1"/>
          </p:cNvSpPr>
          <p:nvPr/>
        </p:nvSpPr>
        <p:spPr>
          <a:xfrm xmlns:a="http://schemas.openxmlformats.org/drawingml/2006/main">
            <a:off x="3429000" y="2800350"/>
            <a:ext cx="3733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kg × 농가 수취단가</a:t>
            </a:r>
          </a:p>
        </p:txBody>
      </p:sp>
      <p:sp>
        <p:nvSpPr>
          <p:cNvPr id="8" name="총매출 예측">
            <a:extLst xmlns:a="http://schemas.openxmlformats.org/drawingml/2006/main">
              <a:ext uri="{FF2B5EF4-FFF2-40B4-BE49-F238E27FC236}">
                <a16:creationId xmlns:a16="http://schemas.microsoft.com/office/drawing/2014/main" id="{B6A41BE0-9F5D-4C75-8A47-74D002E05BEA}"/>
              </a:ext>
            </a:extLst>
          </p:cNvPr>
          <p:cNvSpPr>
            <a:spLocks xmlns:a="http://schemas.openxmlformats.org/drawingml/2006/main" noGrp="1"/>
          </p:cNvSpPr>
          <p:nvPr/>
        </p:nvSpPr>
        <p:spPr>
          <a:xfrm xmlns:a="http://schemas.openxmlformats.org/drawingml/2006/main">
            <a:off x="3429000" y="42195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총매출 예측</a:t>
            </a:r>
          </a:p>
        </p:txBody>
      </p:sp>
      <p:sp>
        <p:nvSpPr>
          <p:cNvPr id="9" name="예측한 원 금액을 직접 사용">
            <a:extLst xmlns:a="http://schemas.openxmlformats.org/drawingml/2006/main">
              <a:ext uri="{FF2B5EF4-FFF2-40B4-BE49-F238E27FC236}">
                <a16:creationId xmlns:a16="http://schemas.microsoft.com/office/drawing/2014/main" id="{0DF389FF-3092-4B03-98E9-CC1D7F2BBFF4}"/>
              </a:ext>
            </a:extLst>
          </p:cNvPr>
          <p:cNvSpPr>
            <a:spLocks xmlns:a="http://schemas.openxmlformats.org/drawingml/2006/main" noGrp="1"/>
          </p:cNvSpPr>
          <p:nvPr/>
        </p:nvSpPr>
        <p:spPr>
          <a:xfrm xmlns:a="http://schemas.openxmlformats.org/drawingml/2006/main">
            <a:off x="3429000" y="47720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예측한 원 금액을 직접 사용</a:t>
            </a:r>
          </a:p>
        </p:txBody>
      </p:sp>
      <p:sp>
        <p:nvSpPr>
          <p:cNvPr id="10" name="비용 차감 전 매출">
            <a:extLst xmlns:a="http://schemas.openxmlformats.org/drawingml/2006/main">
              <a:ext uri="{FF2B5EF4-FFF2-40B4-BE49-F238E27FC236}">
                <a16:creationId xmlns:a16="http://schemas.microsoft.com/office/drawing/2014/main" id="{290277FF-2618-4F68-B7CD-DE31FC4B8D5A}"/>
              </a:ext>
            </a:extLst>
          </p:cNvPr>
          <p:cNvSpPr>
            <a:spLocks xmlns:a="http://schemas.openxmlformats.org/drawingml/2006/main" noGrp="1"/>
          </p:cNvSpPr>
          <p:nvPr/>
        </p:nvSpPr>
        <p:spPr>
          <a:xfrm xmlns:a="http://schemas.openxmlformats.org/drawingml/2006/main">
            <a:off x="3429000" y="524827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비용 차감 전 매출</a:t>
            </a:r>
          </a:p>
        </p:txBody>
      </p:sp>
      <p:sp>
        <p:nvSpPr>
          <p:cNvPr id="11" name="">
            <a:extLst xmlns:a="http://schemas.openxmlformats.org/drawingml/2006/main">
              <a:ext uri="{FF2B5EF4-FFF2-40B4-BE49-F238E27FC236}">
                <a16:creationId xmlns:a16="http://schemas.microsoft.com/office/drawing/2014/main" id="{C036DD3B-4A5B-473F-8AB0-15ACB6C1C9BB}"/>
              </a:ext>
            </a:extLst>
          </p:cNvPr>
          <p:cNvSpPr>
            <a:spLocks xmlns:a="http://schemas.openxmlformats.org/drawingml/2006/main" noGrp="1"/>
          </p:cNvSpPr>
          <p:nvPr/>
        </p:nvSpPr>
        <p:spPr>
          <a:xfrm xmlns:a="http://schemas.openxmlformats.org/drawingml/2006/main">
            <a:off x="7400925" y="27717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58B2FDC-6BC1-4143-9989-CF2DABD9F517}"/>
              </a:ext>
            </a:extLst>
          </p:cNvPr>
          <p:cNvSpPr>
            <a:spLocks xmlns:a="http://schemas.openxmlformats.org/drawingml/2006/main" noGrp="1"/>
          </p:cNvSpPr>
          <p:nvPr/>
        </p:nvSpPr>
        <p:spPr>
          <a:xfrm xmlns:a="http://schemas.openxmlformats.org/drawingml/2006/main">
            <a:off x="8610600" y="27717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4C123E1-0CF0-4F5A-B64E-1BCBC37204D1}"/>
              </a:ext>
            </a:extLst>
          </p:cNvPr>
          <p:cNvSpPr>
            <a:spLocks xmlns:a="http://schemas.openxmlformats.org/drawingml/2006/main" noGrp="1"/>
          </p:cNvSpPr>
          <p:nvPr/>
        </p:nvSpPr>
        <p:spPr>
          <a:xfrm xmlns:a="http://schemas.openxmlformats.org/drawingml/2006/main">
            <a:off x="7400925" y="47244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5CF1294-9447-4632-8753-366018D06A9A}"/>
              </a:ext>
            </a:extLst>
          </p:cNvPr>
          <p:cNvSpPr>
            <a:spLocks xmlns:a="http://schemas.openxmlformats.org/drawingml/2006/main" noGrp="1"/>
          </p:cNvSpPr>
          <p:nvPr/>
        </p:nvSpPr>
        <p:spPr>
          <a:xfrm xmlns:a="http://schemas.openxmlformats.org/drawingml/2006/main">
            <a:off x="8610600" y="47244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E826893-A941-4947-A7AC-AA06A5F023FD}"/>
              </a:ext>
            </a:extLst>
          </p:cNvPr>
          <p:cNvSpPr>
            <a:spLocks xmlns:a="http://schemas.openxmlformats.org/drawingml/2006/main" noGrp="1"/>
          </p:cNvSpPr>
          <p:nvPr/>
        </p:nvSpPr>
        <p:spPr>
          <a:xfrm xmlns:a="http://schemas.openxmlformats.org/drawingml/2006/main">
            <a:off x="8743950" y="2781300"/>
            <a:ext cx="0" cy="1952625"/>
          </a:xfrm>
          <a:prstGeom xmlns:a="http://schemas.openxmlformats.org/drawingml/2006/main" prst="line">
            <a:avLst/>
          </a:prstGeom>
          <a:ln xmlns:a="http://schemas.openxmlformats.org/drawingml/2006/main" w="23813">
            <a:solidFill>
              <a:srgbClr val="17785B"/>
            </a:solidFill>
          </a:ln>
        </p:spPr>
      </p:sp>
      <p:sp>
        <p:nvSpPr>
          <p:cNvPr id="18" name="비용과 비교">
            <a:extLst xmlns:a="http://schemas.openxmlformats.org/drawingml/2006/main">
              <a:ext uri="{FF2B5EF4-FFF2-40B4-BE49-F238E27FC236}">
                <a16:creationId xmlns:a16="http://schemas.microsoft.com/office/drawing/2014/main" id="{CBA75FC7-98C0-403D-B93A-FF90E1036B32}"/>
              </a:ext>
            </a:extLst>
          </p:cNvPr>
          <p:cNvSpPr>
            <a:spLocks xmlns:a="http://schemas.openxmlformats.org/drawingml/2006/main" noGrp="1"/>
          </p:cNvSpPr>
          <p:nvPr/>
        </p:nvSpPr>
        <p:spPr>
          <a:xfrm xmlns:a="http://schemas.openxmlformats.org/drawingml/2006/main">
            <a:off x="9029700" y="2952750"/>
            <a:ext cx="2552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785B"/>
                </a:solidFill>
                <a:latin typeface="Noto Sans KR"/>
                <a:ea typeface="Noto Sans KR"/>
                <a:cs typeface="Noto Sans KR"/>
              </a:defRPr>
            </a:defPPr>
            <a:lvl1pPr algn="l">
              <a:defRPr sz="2325" b="1">
                <a:solidFill>
                  <a:srgbClr val="17785B"/>
                </a:solidFill>
                <a:latin typeface="Noto Sans KR"/>
                <a:ea typeface="Noto Sans KR"/>
                <a:cs typeface="Noto Sans KR"/>
              </a:defRPr>
            </a:lvl1pPr>
            <a:lvl2pPr algn="l">
              <a:defRPr sz="2325" b="1">
                <a:solidFill>
                  <a:srgbClr val="17785B"/>
                </a:solidFill>
                <a:latin typeface="Noto Sans KR"/>
                <a:ea typeface="Noto Sans KR"/>
                <a:cs typeface="Noto Sans KR"/>
              </a:defRPr>
            </a:lvl2pPr>
            <a:lvl3pPr algn="l">
              <a:defRPr sz="2325" b="1">
                <a:solidFill>
                  <a:srgbClr val="17785B"/>
                </a:solidFill>
                <a:latin typeface="Noto Sans KR"/>
                <a:ea typeface="Noto Sans KR"/>
                <a:cs typeface="Noto Sans KR"/>
              </a:defRPr>
            </a:lvl3pPr>
            <a:lvl4pPr algn="l">
              <a:defRPr sz="2325" b="1">
                <a:solidFill>
                  <a:srgbClr val="17785B"/>
                </a:solidFill>
                <a:latin typeface="Noto Sans KR"/>
                <a:ea typeface="Noto Sans KR"/>
                <a:cs typeface="Noto Sans KR"/>
              </a:defRPr>
            </a:lvl4pPr>
            <a:lvl5pPr algn="l">
              <a:defRPr sz="2325" b="1">
                <a:solidFill>
                  <a:srgbClr val="17785B"/>
                </a:solidFill>
                <a:latin typeface="Noto Sans KR"/>
                <a:ea typeface="Noto Sans KR"/>
                <a:cs typeface="Noto Sans KR"/>
              </a:defRPr>
            </a:lvl5pPr>
            <a:lvl6pPr algn="l">
              <a:defRPr sz="2325" b="1">
                <a:solidFill>
                  <a:srgbClr val="17785B"/>
                </a:solidFill>
                <a:latin typeface="Noto Sans KR"/>
                <a:ea typeface="Noto Sans KR"/>
                <a:cs typeface="Noto Sans KR"/>
              </a:defRPr>
            </a:lvl6pPr>
            <a:lvl7pPr algn="l">
              <a:defRPr sz="2325" b="1">
                <a:solidFill>
                  <a:srgbClr val="17785B"/>
                </a:solidFill>
                <a:latin typeface="Noto Sans KR"/>
                <a:ea typeface="Noto Sans KR"/>
                <a:cs typeface="Noto Sans KR"/>
              </a:defRPr>
            </a:lvl7pPr>
            <a:lvl8pPr algn="l">
              <a:defRPr sz="2325" b="1">
                <a:solidFill>
                  <a:srgbClr val="17785B"/>
                </a:solidFill>
                <a:latin typeface="Noto Sans KR"/>
                <a:ea typeface="Noto Sans KR"/>
                <a:cs typeface="Noto Sans KR"/>
              </a:defRPr>
            </a:lvl8pPr>
            <a:lvl9pPr algn="l">
              <a:defRPr sz="2325" b="1">
                <a:solidFill>
                  <a:srgbClr val="17785B"/>
                </a:solidFill>
                <a:latin typeface="Noto Sans KR"/>
                <a:ea typeface="Noto Sans KR"/>
                <a:cs typeface="Noto Sans KR"/>
              </a:defRPr>
            </a:lvl9pPr>
          </a:lstStyle>
          <a:p xmlns:a="http://schemas.openxmlformats.org/drawingml/2006/main">
            <a:pPr algn="l">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비용과 비교</a:t>
            </a:r>
          </a:p>
        </p:txBody>
      </p:sp>
      <p:sp>
        <p:nvSpPr>
          <p:cNvPr id="19" name="소득&#10;현금흐름&#10;회수기간">
            <a:extLst xmlns:a="http://schemas.openxmlformats.org/drawingml/2006/main">
              <a:ext uri="{FF2B5EF4-FFF2-40B4-BE49-F238E27FC236}">
                <a16:creationId xmlns:a16="http://schemas.microsoft.com/office/drawing/2014/main" id="{0F853F21-2F0D-4749-8651-EA8BEA7CDE06}"/>
              </a:ext>
            </a:extLst>
          </p:cNvPr>
          <p:cNvSpPr>
            <a:spLocks xmlns:a="http://schemas.openxmlformats.org/drawingml/2006/main" noGrp="1"/>
          </p:cNvSpPr>
          <p:nvPr/>
        </p:nvSpPr>
        <p:spPr>
          <a:xfrm xmlns:a="http://schemas.openxmlformats.org/drawingml/2006/main">
            <a:off x="9029700" y="3590925"/>
            <a:ext cx="25527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2B33"/>
                </a:solidFill>
                <a:latin typeface="Noto Sans KR"/>
                <a:ea typeface="Noto Sans KR"/>
                <a:cs typeface="Noto Sans KR"/>
              </a:defRPr>
            </a:defPPr>
            <a:lvl1pPr algn="l">
              <a:defRPr sz="2400" b="1">
                <a:solidFill>
                  <a:srgbClr val="152B33"/>
                </a:solidFill>
                <a:latin typeface="Noto Sans KR"/>
                <a:ea typeface="Noto Sans KR"/>
                <a:cs typeface="Noto Sans KR"/>
              </a:defRPr>
            </a:lvl1pPr>
            <a:lvl2pPr algn="l">
              <a:defRPr sz="2400" b="1">
                <a:solidFill>
                  <a:srgbClr val="152B33"/>
                </a:solidFill>
                <a:latin typeface="Noto Sans KR"/>
                <a:ea typeface="Noto Sans KR"/>
                <a:cs typeface="Noto Sans KR"/>
              </a:defRPr>
            </a:lvl2pPr>
            <a:lvl3pPr algn="l">
              <a:defRPr sz="2400" b="1">
                <a:solidFill>
                  <a:srgbClr val="152B33"/>
                </a:solidFill>
                <a:latin typeface="Noto Sans KR"/>
                <a:ea typeface="Noto Sans KR"/>
                <a:cs typeface="Noto Sans KR"/>
              </a:defRPr>
            </a:lvl3pPr>
            <a:lvl4pPr algn="l">
              <a:defRPr sz="2400" b="1">
                <a:solidFill>
                  <a:srgbClr val="152B33"/>
                </a:solidFill>
                <a:latin typeface="Noto Sans KR"/>
                <a:ea typeface="Noto Sans KR"/>
                <a:cs typeface="Noto Sans KR"/>
              </a:defRPr>
            </a:lvl4pPr>
            <a:lvl5pPr algn="l">
              <a:defRPr sz="2400" b="1">
                <a:solidFill>
                  <a:srgbClr val="152B33"/>
                </a:solidFill>
                <a:latin typeface="Noto Sans KR"/>
                <a:ea typeface="Noto Sans KR"/>
                <a:cs typeface="Noto Sans KR"/>
              </a:defRPr>
            </a:lvl5pPr>
            <a:lvl6pPr algn="l">
              <a:defRPr sz="2400" b="1">
                <a:solidFill>
                  <a:srgbClr val="152B33"/>
                </a:solidFill>
                <a:latin typeface="Noto Sans KR"/>
                <a:ea typeface="Noto Sans KR"/>
                <a:cs typeface="Noto Sans KR"/>
              </a:defRPr>
            </a:lvl6pPr>
            <a:lvl7pPr algn="l">
              <a:defRPr sz="2400" b="1">
                <a:solidFill>
                  <a:srgbClr val="152B33"/>
                </a:solidFill>
                <a:latin typeface="Noto Sans KR"/>
                <a:ea typeface="Noto Sans KR"/>
                <a:cs typeface="Noto Sans KR"/>
              </a:defRPr>
            </a:lvl7pPr>
            <a:lvl8pPr algn="l">
              <a:defRPr sz="2400" b="1">
                <a:solidFill>
                  <a:srgbClr val="152B33"/>
                </a:solidFill>
                <a:latin typeface="Noto Sans KR"/>
                <a:ea typeface="Noto Sans KR"/>
                <a:cs typeface="Noto Sans KR"/>
              </a:defRPr>
            </a:lvl8pPr>
            <a:lvl9pPr algn="l">
              <a:defRPr sz="2400" b="1">
                <a:solidFill>
                  <a:srgbClr val="152B33"/>
                </a:solidFill>
                <a:latin typeface="Noto Sans KR"/>
                <a:ea typeface="Noto Sans KR"/>
                <a:cs typeface="Noto Sans KR"/>
              </a:defRPr>
            </a:lvl9pPr>
          </a:lstStyle>
          <a:p xmlns:a="http://schemas.openxmlformats.org/drawingml/2006/main">
            <a:pPr algn="l">
              <a:defRPr sz="2400" b="1">
                <a:solidFill>
                  <a:srgbClr val="152B33"/>
                </a:solidFill>
                <a:latin typeface="Noto Sans KR"/>
                <a:ea typeface="Noto Sans KR"/>
                <a:cs typeface="Noto Sans KR"/>
              </a:defRPr>
            </a:pPr>
            <a:r>
              <a:rPr sz="2400" b="1">
                <a:solidFill>
                  <a:srgbClr val="152B33"/>
                </a:solidFill>
                <a:latin typeface="Noto Sans KR"/>
                <a:ea typeface="Noto Sans KR"/>
                <a:cs typeface="Noto Sans KR"/>
              </a:rPr>
              <a:t>소득</a:t>
            </a:r>
          </a:p>
          <a:p xmlns:a="http://schemas.openxmlformats.org/drawingml/2006/main">
            <a:pPr algn="l">
              <a:defRPr sz="2400" b="1">
                <a:solidFill>
                  <a:srgbClr val="152B33"/>
                </a:solidFill>
                <a:latin typeface="Noto Sans KR"/>
                <a:ea typeface="Noto Sans KR"/>
                <a:cs typeface="Noto Sans KR"/>
              </a:defRPr>
            </a:pPr>
            <a:r>
              <a:rPr sz="2400" b="1">
                <a:solidFill>
                  <a:srgbClr val="152B33"/>
                </a:solidFill>
                <a:latin typeface="Noto Sans KR"/>
                <a:ea typeface="Noto Sans KR"/>
                <a:cs typeface="Noto Sans KR"/>
              </a:rPr>
              <a:t>현금흐름</a:t>
            </a:r>
          </a:p>
          <a:p xmlns:a="http://schemas.openxmlformats.org/drawingml/2006/main">
            <a:pPr algn="l">
              <a:defRPr sz="2400" b="1">
                <a:solidFill>
                  <a:srgbClr val="152B33"/>
                </a:solidFill>
                <a:latin typeface="Noto Sans KR"/>
                <a:ea typeface="Noto Sans KR"/>
                <a:cs typeface="Noto Sans KR"/>
              </a:defRPr>
            </a:pPr>
            <a:r>
              <a:rPr sz="2400" b="1">
                <a:solidFill>
                  <a:srgbClr val="152B33"/>
                </a:solidFill>
                <a:latin typeface="Noto Sans KR"/>
                <a:ea typeface="Noto Sans KR"/>
                <a:cs typeface="Noto Sans KR"/>
              </a:rPr>
              <a:t>회수기간</a:t>
            </a:r>
          </a:p>
        </p:txBody>
      </p:sp>
      <p:sp>
        <p:nvSpPr>
          <p:cNvPr id="20" name="연 1작기 가정을 확인한 뒤 연결합니다. 총매출에 단가·면적을 다시 곱하지 않으며 두 경로를 합산하지 않습니다.">
            <a:extLst xmlns:a="http://schemas.openxmlformats.org/drawingml/2006/main">
              <a:ext uri="{FF2B5EF4-FFF2-40B4-BE49-F238E27FC236}">
                <a16:creationId xmlns:a16="http://schemas.microsoft.com/office/drawing/2014/main" id="{436F5D7E-B7C3-4114-B4CE-C776F37FF697}"/>
              </a:ext>
            </a:extLst>
          </p:cNvPr>
          <p:cNvSpPr>
            <a:spLocks xmlns:a="http://schemas.openxmlformats.org/drawingml/2006/main" noGrp="1"/>
          </p:cNvSpPr>
          <p:nvPr/>
        </p:nvSpPr>
        <p:spPr>
          <a:xfrm xmlns:a="http://schemas.openxmlformats.org/drawingml/2006/main">
            <a:off x="609600" y="59531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연 1작기 가정을 확인한 뒤 연결합니다. 총매출에 단가·면적을 다시 곱하지 않으며 두 경로를 합산하지 않습니다.</a:t>
            </a:r>
          </a:p>
        </p:txBody>
      </p:sp>
    </p:spTree>
    <p:extLst>
      <p:ext uri="{BB962C8B-B14F-4D97-AF65-F5344CB8AC3E}">
        <p14:creationId xmlns:p14="http://schemas.microsoft.com/office/powerpoint/2010/main" val="13874580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실제 실험에 사용한 공개자료">
            <a:extLst xmlns:a="http://schemas.openxmlformats.org/drawingml/2006/main">
              <a:ext uri="{FF2B5EF4-FFF2-40B4-BE49-F238E27FC236}">
                <a16:creationId xmlns:a16="http://schemas.microsoft.com/office/drawing/2014/main" id="{71E14FE8-85A3-44C9-97FC-E82D25F2716C}"/>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실제 실험에 사용한 공개자료</a:t>
            </a:r>
          </a:p>
        </p:txBody>
      </p:sp>
      <p:sp>
        <p:nvSpPr>
          <p:cNvPr id="2" name="07">
            <a:extLst xmlns:a="http://schemas.openxmlformats.org/drawingml/2006/main">
              <a:ext uri="{FF2B5EF4-FFF2-40B4-BE49-F238E27FC236}">
                <a16:creationId xmlns:a16="http://schemas.microsoft.com/office/drawing/2014/main" id="{9279F3A7-69ED-4426-BC57-397614858C7C}"/>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07</a:t>
            </a:r>
          </a:p>
        </p:txBody>
      </p:sp>
      <p:sp>
        <p:nvSpPr>
          <p:cNvPr id="3" name="스마트팜코리아 농가 기록 + 시설 API">
            <a:extLst xmlns:a="http://schemas.openxmlformats.org/drawingml/2006/main">
              <a:ext uri="{FF2B5EF4-FFF2-40B4-BE49-F238E27FC236}">
                <a16:creationId xmlns:a16="http://schemas.microsoft.com/office/drawing/2014/main" id="{CA1859F8-5FE8-4CBE-ACB8-47923AB860E8}"/>
              </a:ext>
            </a:extLst>
          </p:cNvPr>
          <p:cNvSpPr>
            <a:spLocks xmlns:a="http://schemas.openxmlformats.org/drawingml/2006/main" noGrp="1"/>
          </p:cNvSpPr>
          <p:nvPr/>
        </p:nvSpPr>
        <p:spPr>
          <a:xfrm xmlns:a="http://schemas.openxmlformats.org/drawingml/2006/main">
            <a:off x="609600" y="17240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785B"/>
                </a:solidFill>
                <a:latin typeface="Noto Sans KR"/>
                <a:ea typeface="Noto Sans KR"/>
                <a:cs typeface="Noto Sans KR"/>
              </a:defRPr>
            </a:defPPr>
            <a:lvl1pPr algn="l">
              <a:defRPr sz="2175" b="1">
                <a:solidFill>
                  <a:srgbClr val="17785B"/>
                </a:solidFill>
                <a:latin typeface="Noto Sans KR"/>
                <a:ea typeface="Noto Sans KR"/>
                <a:cs typeface="Noto Sans KR"/>
              </a:defRPr>
            </a:lvl1pPr>
            <a:lvl2pPr algn="l">
              <a:defRPr sz="2175" b="1">
                <a:solidFill>
                  <a:srgbClr val="17785B"/>
                </a:solidFill>
                <a:latin typeface="Noto Sans KR"/>
                <a:ea typeface="Noto Sans KR"/>
                <a:cs typeface="Noto Sans KR"/>
              </a:defRPr>
            </a:lvl2pPr>
            <a:lvl3pPr algn="l">
              <a:defRPr sz="2175" b="1">
                <a:solidFill>
                  <a:srgbClr val="17785B"/>
                </a:solidFill>
                <a:latin typeface="Noto Sans KR"/>
                <a:ea typeface="Noto Sans KR"/>
                <a:cs typeface="Noto Sans KR"/>
              </a:defRPr>
            </a:lvl3pPr>
            <a:lvl4pPr algn="l">
              <a:defRPr sz="2175" b="1">
                <a:solidFill>
                  <a:srgbClr val="17785B"/>
                </a:solidFill>
                <a:latin typeface="Noto Sans KR"/>
                <a:ea typeface="Noto Sans KR"/>
                <a:cs typeface="Noto Sans KR"/>
              </a:defRPr>
            </a:lvl4pPr>
            <a:lvl5pPr algn="l">
              <a:defRPr sz="2175" b="1">
                <a:solidFill>
                  <a:srgbClr val="17785B"/>
                </a:solidFill>
                <a:latin typeface="Noto Sans KR"/>
                <a:ea typeface="Noto Sans KR"/>
                <a:cs typeface="Noto Sans KR"/>
              </a:defRPr>
            </a:lvl5pPr>
            <a:lvl6pPr algn="l">
              <a:defRPr sz="2175" b="1">
                <a:solidFill>
                  <a:srgbClr val="17785B"/>
                </a:solidFill>
                <a:latin typeface="Noto Sans KR"/>
                <a:ea typeface="Noto Sans KR"/>
                <a:cs typeface="Noto Sans KR"/>
              </a:defRPr>
            </a:lvl6pPr>
            <a:lvl7pPr algn="l">
              <a:defRPr sz="2175" b="1">
                <a:solidFill>
                  <a:srgbClr val="17785B"/>
                </a:solidFill>
                <a:latin typeface="Noto Sans KR"/>
                <a:ea typeface="Noto Sans KR"/>
                <a:cs typeface="Noto Sans KR"/>
              </a:defRPr>
            </a:lvl7pPr>
            <a:lvl8pPr algn="l">
              <a:defRPr sz="2175" b="1">
                <a:solidFill>
                  <a:srgbClr val="17785B"/>
                </a:solidFill>
                <a:latin typeface="Noto Sans KR"/>
                <a:ea typeface="Noto Sans KR"/>
                <a:cs typeface="Noto Sans KR"/>
              </a:defRPr>
            </a:lvl8pPr>
            <a:lvl9pPr algn="l">
              <a:defRPr sz="2175" b="1">
                <a:solidFill>
                  <a:srgbClr val="17785B"/>
                </a:solidFill>
                <a:latin typeface="Noto Sans KR"/>
                <a:ea typeface="Noto Sans KR"/>
                <a:cs typeface="Noto Sans KR"/>
              </a:defRPr>
            </a:lvl9pPr>
          </a:lstStyle>
          <a:p xmlns:a="http://schemas.openxmlformats.org/drawingml/2006/main">
            <a:pPr algn="l">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스마트팜코리아 농가 기록 + 시설 API</a:t>
            </a:r>
          </a:p>
        </p:txBody>
      </p:sp>
      <p:sp>
        <p:nvSpPr>
          <p:cNvPr id="4" name="76작기">
            <a:extLst xmlns:a="http://schemas.openxmlformats.org/drawingml/2006/main">
              <a:ext uri="{FF2B5EF4-FFF2-40B4-BE49-F238E27FC236}">
                <a16:creationId xmlns:a16="http://schemas.microsoft.com/office/drawing/2014/main" id="{441997F6-E7A2-4B8F-958B-73F6770ACDBD}"/>
              </a:ext>
            </a:extLst>
          </p:cNvPr>
          <p:cNvSpPr>
            <a:spLocks xmlns:a="http://schemas.openxmlformats.org/drawingml/2006/main" noGrp="1"/>
          </p:cNvSpPr>
          <p:nvPr/>
        </p:nvSpPr>
        <p:spPr>
          <a:xfrm xmlns:a="http://schemas.openxmlformats.org/drawingml/2006/main">
            <a:off x="609600" y="2295525"/>
            <a:ext cx="266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52B33"/>
                </a:solidFill>
                <a:latin typeface="Noto Sans KR"/>
                <a:ea typeface="Noto Sans KR"/>
                <a:cs typeface="Noto Sans KR"/>
              </a:defRPr>
            </a:defPPr>
            <a:lvl1pPr algn="l">
              <a:defRPr sz="4650" b="1">
                <a:solidFill>
                  <a:srgbClr val="152B33"/>
                </a:solidFill>
                <a:latin typeface="Noto Sans KR"/>
                <a:ea typeface="Noto Sans KR"/>
                <a:cs typeface="Noto Sans KR"/>
              </a:defRPr>
            </a:lvl1pPr>
            <a:lvl2pPr algn="l">
              <a:defRPr sz="4650" b="1">
                <a:solidFill>
                  <a:srgbClr val="152B33"/>
                </a:solidFill>
                <a:latin typeface="Noto Sans KR"/>
                <a:ea typeface="Noto Sans KR"/>
                <a:cs typeface="Noto Sans KR"/>
              </a:defRPr>
            </a:lvl2pPr>
            <a:lvl3pPr algn="l">
              <a:defRPr sz="4650" b="1">
                <a:solidFill>
                  <a:srgbClr val="152B33"/>
                </a:solidFill>
                <a:latin typeface="Noto Sans KR"/>
                <a:ea typeface="Noto Sans KR"/>
                <a:cs typeface="Noto Sans KR"/>
              </a:defRPr>
            </a:lvl3pPr>
            <a:lvl4pPr algn="l">
              <a:defRPr sz="4650" b="1">
                <a:solidFill>
                  <a:srgbClr val="152B33"/>
                </a:solidFill>
                <a:latin typeface="Noto Sans KR"/>
                <a:ea typeface="Noto Sans KR"/>
                <a:cs typeface="Noto Sans KR"/>
              </a:defRPr>
            </a:lvl4pPr>
            <a:lvl5pPr algn="l">
              <a:defRPr sz="4650" b="1">
                <a:solidFill>
                  <a:srgbClr val="152B33"/>
                </a:solidFill>
                <a:latin typeface="Noto Sans KR"/>
                <a:ea typeface="Noto Sans KR"/>
                <a:cs typeface="Noto Sans KR"/>
              </a:defRPr>
            </a:lvl5pPr>
            <a:lvl6pPr algn="l">
              <a:defRPr sz="4650" b="1">
                <a:solidFill>
                  <a:srgbClr val="152B33"/>
                </a:solidFill>
                <a:latin typeface="Noto Sans KR"/>
                <a:ea typeface="Noto Sans KR"/>
                <a:cs typeface="Noto Sans KR"/>
              </a:defRPr>
            </a:lvl6pPr>
            <a:lvl7pPr algn="l">
              <a:defRPr sz="4650" b="1">
                <a:solidFill>
                  <a:srgbClr val="152B33"/>
                </a:solidFill>
                <a:latin typeface="Noto Sans KR"/>
                <a:ea typeface="Noto Sans KR"/>
                <a:cs typeface="Noto Sans KR"/>
              </a:defRPr>
            </a:lvl7pPr>
            <a:lvl8pPr algn="l">
              <a:defRPr sz="4650" b="1">
                <a:solidFill>
                  <a:srgbClr val="152B33"/>
                </a:solidFill>
                <a:latin typeface="Noto Sans KR"/>
                <a:ea typeface="Noto Sans KR"/>
                <a:cs typeface="Noto Sans KR"/>
              </a:defRPr>
            </a:lvl8pPr>
            <a:lvl9pPr algn="l">
              <a:defRPr sz="4650" b="1">
                <a:solidFill>
                  <a:srgbClr val="152B33"/>
                </a:solidFill>
                <a:latin typeface="Noto Sans KR"/>
                <a:ea typeface="Noto Sans KR"/>
                <a:cs typeface="Noto Sans KR"/>
              </a:defRPr>
            </a:lvl9pPr>
          </a:lstStyle>
          <a:p xmlns:a="http://schemas.openxmlformats.org/drawingml/2006/main">
            <a:pPr algn="l">
              <a:defRPr sz="4650" b="1">
                <a:solidFill>
                  <a:srgbClr val="152B33"/>
                </a:solidFill>
                <a:latin typeface="Noto Sans KR"/>
                <a:ea typeface="Noto Sans KR"/>
                <a:cs typeface="Noto Sans KR"/>
              </a:defRPr>
            </a:pPr>
            <a:r>
              <a:rPr sz="4650" b="1">
                <a:solidFill>
                  <a:srgbClr val="152B33"/>
                </a:solidFill>
                <a:latin typeface="Noto Sans KR"/>
                <a:ea typeface="Noto Sans KR"/>
                <a:cs typeface="Noto Sans KR"/>
              </a:rPr>
              <a:t>76작기</a:t>
            </a:r>
          </a:p>
        </p:txBody>
      </p:sp>
      <p:sp>
        <p:nvSpPr>
          <p:cNvPr id="5" name="딸기 출하량 · 61시설">
            <a:extLst xmlns:a="http://schemas.openxmlformats.org/drawingml/2006/main">
              <a:ext uri="{FF2B5EF4-FFF2-40B4-BE49-F238E27FC236}">
                <a16:creationId xmlns:a16="http://schemas.microsoft.com/office/drawing/2014/main" id="{509EEC56-65D1-4328-A847-E11DED9BB263}"/>
              </a:ext>
            </a:extLst>
          </p:cNvPr>
          <p:cNvSpPr>
            <a:spLocks xmlns:a="http://schemas.openxmlformats.org/drawingml/2006/main" noGrp="1"/>
          </p:cNvSpPr>
          <p:nvPr/>
        </p:nvSpPr>
        <p:spPr>
          <a:xfrm xmlns:a="http://schemas.openxmlformats.org/drawingml/2006/main">
            <a:off x="609600" y="31623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딸기 출하량 · 61시설</a:t>
            </a:r>
          </a:p>
        </p:txBody>
      </p:sp>
      <p:sp>
        <p:nvSpPr>
          <p:cNvPr id="6" name="189작기">
            <a:extLst xmlns:a="http://schemas.openxmlformats.org/drawingml/2006/main">
              <a:ext uri="{FF2B5EF4-FFF2-40B4-BE49-F238E27FC236}">
                <a16:creationId xmlns:a16="http://schemas.microsoft.com/office/drawing/2014/main" id="{1E52552F-08E2-42B9-8B7F-E96BD4F24897}"/>
              </a:ext>
            </a:extLst>
          </p:cNvPr>
          <p:cNvSpPr>
            <a:spLocks xmlns:a="http://schemas.openxmlformats.org/drawingml/2006/main" noGrp="1"/>
          </p:cNvSpPr>
          <p:nvPr/>
        </p:nvSpPr>
        <p:spPr>
          <a:xfrm xmlns:a="http://schemas.openxmlformats.org/drawingml/2006/main">
            <a:off x="6191250" y="2295525"/>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52B33"/>
                </a:solidFill>
                <a:latin typeface="Noto Sans KR"/>
                <a:ea typeface="Noto Sans KR"/>
                <a:cs typeface="Noto Sans KR"/>
              </a:defRPr>
            </a:defPPr>
            <a:lvl1pPr algn="l">
              <a:defRPr sz="4650" b="1">
                <a:solidFill>
                  <a:srgbClr val="152B33"/>
                </a:solidFill>
                <a:latin typeface="Noto Sans KR"/>
                <a:ea typeface="Noto Sans KR"/>
                <a:cs typeface="Noto Sans KR"/>
              </a:defRPr>
            </a:lvl1pPr>
            <a:lvl2pPr algn="l">
              <a:defRPr sz="4650" b="1">
                <a:solidFill>
                  <a:srgbClr val="152B33"/>
                </a:solidFill>
                <a:latin typeface="Noto Sans KR"/>
                <a:ea typeface="Noto Sans KR"/>
                <a:cs typeface="Noto Sans KR"/>
              </a:defRPr>
            </a:lvl2pPr>
            <a:lvl3pPr algn="l">
              <a:defRPr sz="4650" b="1">
                <a:solidFill>
                  <a:srgbClr val="152B33"/>
                </a:solidFill>
                <a:latin typeface="Noto Sans KR"/>
                <a:ea typeface="Noto Sans KR"/>
                <a:cs typeface="Noto Sans KR"/>
              </a:defRPr>
            </a:lvl3pPr>
            <a:lvl4pPr algn="l">
              <a:defRPr sz="4650" b="1">
                <a:solidFill>
                  <a:srgbClr val="152B33"/>
                </a:solidFill>
                <a:latin typeface="Noto Sans KR"/>
                <a:ea typeface="Noto Sans KR"/>
                <a:cs typeface="Noto Sans KR"/>
              </a:defRPr>
            </a:lvl4pPr>
            <a:lvl5pPr algn="l">
              <a:defRPr sz="4650" b="1">
                <a:solidFill>
                  <a:srgbClr val="152B33"/>
                </a:solidFill>
                <a:latin typeface="Noto Sans KR"/>
                <a:ea typeface="Noto Sans KR"/>
                <a:cs typeface="Noto Sans KR"/>
              </a:defRPr>
            </a:lvl5pPr>
            <a:lvl6pPr algn="l">
              <a:defRPr sz="4650" b="1">
                <a:solidFill>
                  <a:srgbClr val="152B33"/>
                </a:solidFill>
                <a:latin typeface="Noto Sans KR"/>
                <a:ea typeface="Noto Sans KR"/>
                <a:cs typeface="Noto Sans KR"/>
              </a:defRPr>
            </a:lvl6pPr>
            <a:lvl7pPr algn="l">
              <a:defRPr sz="4650" b="1">
                <a:solidFill>
                  <a:srgbClr val="152B33"/>
                </a:solidFill>
                <a:latin typeface="Noto Sans KR"/>
                <a:ea typeface="Noto Sans KR"/>
                <a:cs typeface="Noto Sans KR"/>
              </a:defRPr>
            </a:lvl7pPr>
            <a:lvl8pPr algn="l">
              <a:defRPr sz="4650" b="1">
                <a:solidFill>
                  <a:srgbClr val="152B33"/>
                </a:solidFill>
                <a:latin typeface="Noto Sans KR"/>
                <a:ea typeface="Noto Sans KR"/>
                <a:cs typeface="Noto Sans KR"/>
              </a:defRPr>
            </a:lvl8pPr>
            <a:lvl9pPr algn="l">
              <a:defRPr sz="4650" b="1">
                <a:solidFill>
                  <a:srgbClr val="152B33"/>
                </a:solidFill>
                <a:latin typeface="Noto Sans KR"/>
                <a:ea typeface="Noto Sans KR"/>
                <a:cs typeface="Noto Sans KR"/>
              </a:defRPr>
            </a:lvl9pPr>
          </a:lstStyle>
          <a:p xmlns:a="http://schemas.openxmlformats.org/drawingml/2006/main">
            <a:pPr algn="l">
              <a:defRPr sz="4650" b="1">
                <a:solidFill>
                  <a:srgbClr val="152B33"/>
                </a:solidFill>
                <a:latin typeface="Noto Sans KR"/>
                <a:ea typeface="Noto Sans KR"/>
                <a:cs typeface="Noto Sans KR"/>
              </a:defRPr>
            </a:pPr>
            <a:r>
              <a:rPr sz="4650" b="1">
                <a:solidFill>
                  <a:srgbClr val="152B33"/>
                </a:solidFill>
                <a:latin typeface="Noto Sans KR"/>
                <a:ea typeface="Noto Sans KR"/>
                <a:cs typeface="Noto Sans KR"/>
              </a:rPr>
              <a:t>189작기</a:t>
            </a:r>
          </a:p>
        </p:txBody>
      </p:sp>
      <p:sp>
        <p:nvSpPr>
          <p:cNvPr id="7" name="5품목 총매출 · 143시설">
            <a:extLst xmlns:a="http://schemas.openxmlformats.org/drawingml/2006/main">
              <a:ext uri="{FF2B5EF4-FFF2-40B4-BE49-F238E27FC236}">
                <a16:creationId xmlns:a16="http://schemas.microsoft.com/office/drawing/2014/main" id="{5B99EBF5-56EB-4F7D-986C-CA92171F1B29}"/>
              </a:ext>
            </a:extLst>
          </p:cNvPr>
          <p:cNvSpPr>
            <a:spLocks xmlns:a="http://schemas.openxmlformats.org/drawingml/2006/main" noGrp="1"/>
          </p:cNvSpPr>
          <p:nvPr/>
        </p:nvSpPr>
        <p:spPr>
          <a:xfrm xmlns:a="http://schemas.openxmlformats.org/drawingml/2006/main">
            <a:off x="6191250" y="316230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5품목 총매출 · 143시설</a:t>
            </a:r>
          </a:p>
        </p:txBody>
      </p:sp>
      <p:sp>
        <p:nvSpPr>
          <p:cNvPr id="8" name="딸기·방울토마토·오이·토마토·파프리카">
            <a:extLst xmlns:a="http://schemas.openxmlformats.org/drawingml/2006/main">
              <a:ext uri="{FF2B5EF4-FFF2-40B4-BE49-F238E27FC236}">
                <a16:creationId xmlns:a16="http://schemas.microsoft.com/office/drawing/2014/main" id="{FCA3D479-AA84-4691-AB29-C2FC7EA8DE07}"/>
              </a:ext>
            </a:extLst>
          </p:cNvPr>
          <p:cNvSpPr>
            <a:spLocks xmlns:a="http://schemas.openxmlformats.org/drawingml/2006/main" noGrp="1"/>
          </p:cNvSpPr>
          <p:nvPr/>
        </p:nvSpPr>
        <p:spPr>
          <a:xfrm xmlns:a="http://schemas.openxmlformats.org/drawingml/2006/main">
            <a:off x="6191250" y="357187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36B"/>
                </a:solidFill>
                <a:latin typeface="Noto Sans KR"/>
                <a:ea typeface="Noto Sans KR"/>
                <a:cs typeface="Noto Sans KR"/>
              </a:defRPr>
            </a:defPPr>
            <a:lvl1pPr algn="l">
              <a:defRPr sz="1650" b="0">
                <a:solidFill>
                  <a:srgbClr val="53636B"/>
                </a:solidFill>
                <a:latin typeface="Noto Sans KR"/>
                <a:ea typeface="Noto Sans KR"/>
                <a:cs typeface="Noto Sans KR"/>
              </a:defRPr>
            </a:lvl1pPr>
            <a:lvl2pPr algn="l">
              <a:defRPr sz="1650" b="0">
                <a:solidFill>
                  <a:srgbClr val="53636B"/>
                </a:solidFill>
                <a:latin typeface="Noto Sans KR"/>
                <a:ea typeface="Noto Sans KR"/>
                <a:cs typeface="Noto Sans KR"/>
              </a:defRPr>
            </a:lvl2pPr>
            <a:lvl3pPr algn="l">
              <a:defRPr sz="1650" b="0">
                <a:solidFill>
                  <a:srgbClr val="53636B"/>
                </a:solidFill>
                <a:latin typeface="Noto Sans KR"/>
                <a:ea typeface="Noto Sans KR"/>
                <a:cs typeface="Noto Sans KR"/>
              </a:defRPr>
            </a:lvl3pPr>
            <a:lvl4pPr algn="l">
              <a:defRPr sz="1650" b="0">
                <a:solidFill>
                  <a:srgbClr val="53636B"/>
                </a:solidFill>
                <a:latin typeface="Noto Sans KR"/>
                <a:ea typeface="Noto Sans KR"/>
                <a:cs typeface="Noto Sans KR"/>
              </a:defRPr>
            </a:lvl4pPr>
            <a:lvl5pPr algn="l">
              <a:defRPr sz="1650" b="0">
                <a:solidFill>
                  <a:srgbClr val="53636B"/>
                </a:solidFill>
                <a:latin typeface="Noto Sans KR"/>
                <a:ea typeface="Noto Sans KR"/>
                <a:cs typeface="Noto Sans KR"/>
              </a:defRPr>
            </a:lvl5pPr>
            <a:lvl6pPr algn="l">
              <a:defRPr sz="1650" b="0">
                <a:solidFill>
                  <a:srgbClr val="53636B"/>
                </a:solidFill>
                <a:latin typeface="Noto Sans KR"/>
                <a:ea typeface="Noto Sans KR"/>
                <a:cs typeface="Noto Sans KR"/>
              </a:defRPr>
            </a:lvl6pPr>
            <a:lvl7pPr algn="l">
              <a:defRPr sz="1650" b="0">
                <a:solidFill>
                  <a:srgbClr val="53636B"/>
                </a:solidFill>
                <a:latin typeface="Noto Sans KR"/>
                <a:ea typeface="Noto Sans KR"/>
                <a:cs typeface="Noto Sans KR"/>
              </a:defRPr>
            </a:lvl7pPr>
            <a:lvl8pPr algn="l">
              <a:defRPr sz="1650" b="0">
                <a:solidFill>
                  <a:srgbClr val="53636B"/>
                </a:solidFill>
                <a:latin typeface="Noto Sans KR"/>
                <a:ea typeface="Noto Sans KR"/>
                <a:cs typeface="Noto Sans KR"/>
              </a:defRPr>
            </a:lvl8pPr>
            <a:lvl9pPr algn="l">
              <a:defRPr sz="1650" b="0">
                <a:solidFill>
                  <a:srgbClr val="53636B"/>
                </a:solidFill>
                <a:latin typeface="Noto Sans KR"/>
                <a:ea typeface="Noto Sans KR"/>
                <a:cs typeface="Noto Sans KR"/>
              </a:defRPr>
            </a:lvl9pPr>
          </a:lstStyle>
          <a:p xmlns:a="http://schemas.openxmlformats.org/drawingml/2006/main">
            <a:pPr algn="l">
              <a:defRPr sz="1650" b="0">
                <a:solidFill>
                  <a:srgbClr val="53636B"/>
                </a:solidFill>
                <a:latin typeface="Noto Sans KR"/>
                <a:ea typeface="Noto Sans KR"/>
                <a:cs typeface="Noto Sans KR"/>
              </a:defRPr>
            </a:pPr>
            <a:r>
              <a:rPr sz="1650" b="0">
                <a:solidFill>
                  <a:srgbClr val="53636B"/>
                </a:solidFill>
                <a:latin typeface="Noto Sans KR"/>
                <a:ea typeface="Noto Sans KR"/>
                <a:cs typeface="Noto Sans KR"/>
              </a:rPr>
              <a:t>딸기·방울토마토·오이·토마토·파프리카</a:t>
            </a:r>
          </a:p>
        </p:txBody>
      </p:sp>
      <p:sp>
        <p:nvSpPr>
          <p:cNvPr id="9" name="">
            <a:extLst xmlns:a="http://schemas.openxmlformats.org/drawingml/2006/main">
              <a:ext uri="{FF2B5EF4-FFF2-40B4-BE49-F238E27FC236}">
                <a16:creationId xmlns:a16="http://schemas.microsoft.com/office/drawing/2014/main" id="{5B339E5F-07D0-4675-94B4-6048DB10F4CF}"/>
              </a:ext>
            </a:extLst>
          </p:cNvPr>
          <p:cNvSpPr>
            <a:spLocks xmlns:a="http://schemas.openxmlformats.org/drawingml/2006/main" noGrp="1"/>
          </p:cNvSpPr>
          <p:nvPr/>
        </p:nvSpPr>
        <p:spPr>
          <a:xfrm xmlns:a="http://schemas.openxmlformats.org/drawingml/2006/main">
            <a:off x="609600" y="3886200"/>
            <a:ext cx="10972800" cy="0"/>
          </a:xfrm>
          <a:prstGeom xmlns:a="http://schemas.openxmlformats.org/drawingml/2006/main" prst="line">
            <a:avLst/>
          </a:prstGeom>
          <a:ln xmlns:a="http://schemas.openxmlformats.org/drawingml/2006/main" w="9525">
            <a:solidFill>
              <a:srgbClr val="D5E0DE"/>
            </a:solidFill>
          </a:ln>
        </p:spPr>
      </p:sp>
      <p:sp>
        <p:nvSpPr>
          <p:cNvPr id="10" name="농촌진흥청 소득조사">
            <a:extLst xmlns:a="http://schemas.openxmlformats.org/drawingml/2006/main">
              <a:ext uri="{FF2B5EF4-FFF2-40B4-BE49-F238E27FC236}">
                <a16:creationId xmlns:a16="http://schemas.microsoft.com/office/drawing/2014/main" id="{689F428B-E0A0-4138-A4EF-C63E96EABCB2}"/>
              </a:ext>
            </a:extLst>
          </p:cNvPr>
          <p:cNvSpPr>
            <a:spLocks xmlns:a="http://schemas.openxmlformats.org/drawingml/2006/main" noGrp="1"/>
          </p:cNvSpPr>
          <p:nvPr/>
        </p:nvSpPr>
        <p:spPr>
          <a:xfrm xmlns:a="http://schemas.openxmlformats.org/drawingml/2006/main">
            <a:off x="609600" y="41719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2B33"/>
                </a:solidFill>
                <a:latin typeface="Noto Sans KR"/>
                <a:ea typeface="Noto Sans KR"/>
                <a:cs typeface="Noto Sans KR"/>
              </a:defRPr>
            </a:defPPr>
            <a:lvl1pPr algn="l">
              <a:defRPr sz="1950" b="1">
                <a:solidFill>
                  <a:srgbClr val="152B33"/>
                </a:solidFill>
                <a:latin typeface="Noto Sans KR"/>
                <a:ea typeface="Noto Sans KR"/>
                <a:cs typeface="Noto Sans KR"/>
              </a:defRPr>
            </a:lvl1pPr>
            <a:lvl2pPr algn="l">
              <a:defRPr sz="1950" b="1">
                <a:solidFill>
                  <a:srgbClr val="152B33"/>
                </a:solidFill>
                <a:latin typeface="Noto Sans KR"/>
                <a:ea typeface="Noto Sans KR"/>
                <a:cs typeface="Noto Sans KR"/>
              </a:defRPr>
            </a:lvl2pPr>
            <a:lvl3pPr algn="l">
              <a:defRPr sz="1950" b="1">
                <a:solidFill>
                  <a:srgbClr val="152B33"/>
                </a:solidFill>
                <a:latin typeface="Noto Sans KR"/>
                <a:ea typeface="Noto Sans KR"/>
                <a:cs typeface="Noto Sans KR"/>
              </a:defRPr>
            </a:lvl3pPr>
            <a:lvl4pPr algn="l">
              <a:defRPr sz="1950" b="1">
                <a:solidFill>
                  <a:srgbClr val="152B33"/>
                </a:solidFill>
                <a:latin typeface="Noto Sans KR"/>
                <a:ea typeface="Noto Sans KR"/>
                <a:cs typeface="Noto Sans KR"/>
              </a:defRPr>
            </a:lvl4pPr>
            <a:lvl5pPr algn="l">
              <a:defRPr sz="1950" b="1">
                <a:solidFill>
                  <a:srgbClr val="152B33"/>
                </a:solidFill>
                <a:latin typeface="Noto Sans KR"/>
                <a:ea typeface="Noto Sans KR"/>
                <a:cs typeface="Noto Sans KR"/>
              </a:defRPr>
            </a:lvl5pPr>
            <a:lvl6pPr algn="l">
              <a:defRPr sz="1950" b="1">
                <a:solidFill>
                  <a:srgbClr val="152B33"/>
                </a:solidFill>
                <a:latin typeface="Noto Sans KR"/>
                <a:ea typeface="Noto Sans KR"/>
                <a:cs typeface="Noto Sans KR"/>
              </a:defRPr>
            </a:lvl6pPr>
            <a:lvl7pPr algn="l">
              <a:defRPr sz="1950" b="1">
                <a:solidFill>
                  <a:srgbClr val="152B33"/>
                </a:solidFill>
                <a:latin typeface="Noto Sans KR"/>
                <a:ea typeface="Noto Sans KR"/>
                <a:cs typeface="Noto Sans KR"/>
              </a:defRPr>
            </a:lvl7pPr>
            <a:lvl8pPr algn="l">
              <a:defRPr sz="1950" b="1">
                <a:solidFill>
                  <a:srgbClr val="152B33"/>
                </a:solidFill>
                <a:latin typeface="Noto Sans KR"/>
                <a:ea typeface="Noto Sans KR"/>
                <a:cs typeface="Noto Sans KR"/>
              </a:defRPr>
            </a:lvl8pPr>
            <a:lvl9pPr algn="l">
              <a:defRPr sz="1950" b="1">
                <a:solidFill>
                  <a:srgbClr val="152B33"/>
                </a:solidFill>
                <a:latin typeface="Noto Sans KR"/>
                <a:ea typeface="Noto Sans KR"/>
                <a:cs typeface="Noto Sans KR"/>
              </a:defRPr>
            </a:lvl9pPr>
          </a:lstStyle>
          <a:p xmlns:a="http://schemas.openxmlformats.org/drawingml/2006/main">
            <a:pPr algn="l">
              <a:defRPr sz="1950" b="1">
                <a:solidFill>
                  <a:srgbClr val="152B33"/>
                </a:solidFill>
                <a:latin typeface="Noto Sans KR"/>
                <a:ea typeface="Noto Sans KR"/>
                <a:cs typeface="Noto Sans KR"/>
              </a:defRPr>
            </a:pPr>
            <a:r>
              <a:rPr sz="1950" b="1">
                <a:solidFill>
                  <a:srgbClr val="152B33"/>
                </a:solidFill>
                <a:latin typeface="Noto Sans KR"/>
                <a:ea typeface="Noto Sans KR"/>
                <a:cs typeface="Noto Sans KR"/>
              </a:rPr>
              <a:t>농촌진흥청 소득조사</a:t>
            </a:r>
          </a:p>
        </p:txBody>
      </p:sp>
      <p:sp>
        <p:nvSpPr>
          <p:cNvPr id="11" name="연간 운영비·감가상각·가족노동 기준">
            <a:extLst xmlns:a="http://schemas.openxmlformats.org/drawingml/2006/main">
              <a:ext uri="{FF2B5EF4-FFF2-40B4-BE49-F238E27FC236}">
                <a16:creationId xmlns:a16="http://schemas.microsoft.com/office/drawing/2014/main" id="{FE06D773-27E6-44C3-B26A-FB7B70C663F0}"/>
              </a:ext>
            </a:extLst>
          </p:cNvPr>
          <p:cNvSpPr>
            <a:spLocks xmlns:a="http://schemas.openxmlformats.org/drawingml/2006/main" noGrp="1"/>
          </p:cNvSpPr>
          <p:nvPr/>
        </p:nvSpPr>
        <p:spPr>
          <a:xfrm xmlns:a="http://schemas.openxmlformats.org/drawingml/2006/main">
            <a:off x="6191250" y="41719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연간 운영비·감가상각·가족노동 기준</a:t>
            </a:r>
          </a:p>
        </p:txBody>
      </p:sp>
      <p:sp>
        <p:nvSpPr>
          <p:cNvPr id="12" name="KAMIS / 기상청 / 공개 장비">
            <a:extLst xmlns:a="http://schemas.openxmlformats.org/drawingml/2006/main">
              <a:ext uri="{FF2B5EF4-FFF2-40B4-BE49-F238E27FC236}">
                <a16:creationId xmlns:a16="http://schemas.microsoft.com/office/drawing/2014/main" id="{8FA625C3-F5DF-40C4-9FD0-39B6CD3CB224}"/>
              </a:ext>
            </a:extLst>
          </p:cNvPr>
          <p:cNvSpPr>
            <a:spLocks xmlns:a="http://schemas.openxmlformats.org/drawingml/2006/main" noGrp="1"/>
          </p:cNvSpPr>
          <p:nvPr/>
        </p:nvSpPr>
        <p:spPr>
          <a:xfrm xmlns:a="http://schemas.openxmlformats.org/drawingml/2006/main">
            <a:off x="609600" y="47053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2B33"/>
                </a:solidFill>
                <a:latin typeface="Noto Sans KR"/>
                <a:ea typeface="Noto Sans KR"/>
                <a:cs typeface="Noto Sans KR"/>
              </a:defRPr>
            </a:defPPr>
            <a:lvl1pPr algn="l">
              <a:defRPr sz="1950" b="1">
                <a:solidFill>
                  <a:srgbClr val="152B33"/>
                </a:solidFill>
                <a:latin typeface="Noto Sans KR"/>
                <a:ea typeface="Noto Sans KR"/>
                <a:cs typeface="Noto Sans KR"/>
              </a:defRPr>
            </a:lvl1pPr>
            <a:lvl2pPr algn="l">
              <a:defRPr sz="1950" b="1">
                <a:solidFill>
                  <a:srgbClr val="152B33"/>
                </a:solidFill>
                <a:latin typeface="Noto Sans KR"/>
                <a:ea typeface="Noto Sans KR"/>
                <a:cs typeface="Noto Sans KR"/>
              </a:defRPr>
            </a:lvl2pPr>
            <a:lvl3pPr algn="l">
              <a:defRPr sz="1950" b="1">
                <a:solidFill>
                  <a:srgbClr val="152B33"/>
                </a:solidFill>
                <a:latin typeface="Noto Sans KR"/>
                <a:ea typeface="Noto Sans KR"/>
                <a:cs typeface="Noto Sans KR"/>
              </a:defRPr>
            </a:lvl3pPr>
            <a:lvl4pPr algn="l">
              <a:defRPr sz="1950" b="1">
                <a:solidFill>
                  <a:srgbClr val="152B33"/>
                </a:solidFill>
                <a:latin typeface="Noto Sans KR"/>
                <a:ea typeface="Noto Sans KR"/>
                <a:cs typeface="Noto Sans KR"/>
              </a:defRPr>
            </a:lvl4pPr>
            <a:lvl5pPr algn="l">
              <a:defRPr sz="1950" b="1">
                <a:solidFill>
                  <a:srgbClr val="152B33"/>
                </a:solidFill>
                <a:latin typeface="Noto Sans KR"/>
                <a:ea typeface="Noto Sans KR"/>
                <a:cs typeface="Noto Sans KR"/>
              </a:defRPr>
            </a:lvl5pPr>
            <a:lvl6pPr algn="l">
              <a:defRPr sz="1950" b="1">
                <a:solidFill>
                  <a:srgbClr val="152B33"/>
                </a:solidFill>
                <a:latin typeface="Noto Sans KR"/>
                <a:ea typeface="Noto Sans KR"/>
                <a:cs typeface="Noto Sans KR"/>
              </a:defRPr>
            </a:lvl6pPr>
            <a:lvl7pPr algn="l">
              <a:defRPr sz="1950" b="1">
                <a:solidFill>
                  <a:srgbClr val="152B33"/>
                </a:solidFill>
                <a:latin typeface="Noto Sans KR"/>
                <a:ea typeface="Noto Sans KR"/>
                <a:cs typeface="Noto Sans KR"/>
              </a:defRPr>
            </a:lvl7pPr>
            <a:lvl8pPr algn="l">
              <a:defRPr sz="1950" b="1">
                <a:solidFill>
                  <a:srgbClr val="152B33"/>
                </a:solidFill>
                <a:latin typeface="Noto Sans KR"/>
                <a:ea typeface="Noto Sans KR"/>
                <a:cs typeface="Noto Sans KR"/>
              </a:defRPr>
            </a:lvl8pPr>
            <a:lvl9pPr algn="l">
              <a:defRPr sz="1950" b="1">
                <a:solidFill>
                  <a:srgbClr val="152B33"/>
                </a:solidFill>
                <a:latin typeface="Noto Sans KR"/>
                <a:ea typeface="Noto Sans KR"/>
                <a:cs typeface="Noto Sans KR"/>
              </a:defRPr>
            </a:lvl9pPr>
          </a:lstStyle>
          <a:p xmlns:a="http://schemas.openxmlformats.org/drawingml/2006/main">
            <a:pPr algn="l">
              <a:defRPr sz="1950" b="1">
                <a:solidFill>
                  <a:srgbClr val="152B33"/>
                </a:solidFill>
                <a:latin typeface="Noto Sans KR"/>
                <a:ea typeface="Noto Sans KR"/>
                <a:cs typeface="Noto Sans KR"/>
              </a:defRPr>
            </a:pPr>
            <a:r>
              <a:rPr sz="1950" b="1">
                <a:solidFill>
                  <a:srgbClr val="152B33"/>
                </a:solidFill>
                <a:latin typeface="Noto Sans KR"/>
                <a:ea typeface="Noto Sans KR"/>
                <a:cs typeface="Noto Sans KR"/>
              </a:rPr>
              <a:t>KAMIS / 기상청 / 공개 장비</a:t>
            </a:r>
          </a:p>
        </p:txBody>
      </p:sp>
      <p:sp>
        <p:nvSpPr>
          <p:cNvPr id="13" name="가격 실험 / 기후 참고 / 투자비 구성">
            <a:extLst xmlns:a="http://schemas.openxmlformats.org/drawingml/2006/main">
              <a:ext uri="{FF2B5EF4-FFF2-40B4-BE49-F238E27FC236}">
                <a16:creationId xmlns:a16="http://schemas.microsoft.com/office/drawing/2014/main" id="{BB844CC2-CC0A-42CC-BEC1-F23F529DF440}"/>
              </a:ext>
            </a:extLst>
          </p:cNvPr>
          <p:cNvSpPr>
            <a:spLocks xmlns:a="http://schemas.openxmlformats.org/drawingml/2006/main" noGrp="1"/>
          </p:cNvSpPr>
          <p:nvPr/>
        </p:nvSpPr>
        <p:spPr>
          <a:xfrm xmlns:a="http://schemas.openxmlformats.org/drawingml/2006/main">
            <a:off x="6191250" y="47053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가격 실험 / 기후 참고 / 투자비 구성</a:t>
            </a:r>
          </a:p>
        </p:txBody>
      </p:sp>
      <p:sp>
        <p:nvSpPr>
          <p:cNvPr id="14" name="공개 생육·환경 관측">
            <a:extLst xmlns:a="http://schemas.openxmlformats.org/drawingml/2006/main">
              <a:ext uri="{FF2B5EF4-FFF2-40B4-BE49-F238E27FC236}">
                <a16:creationId xmlns:a16="http://schemas.microsoft.com/office/drawing/2014/main" id="{2123F04A-AE4F-4E4E-843A-7928601C31E7}"/>
              </a:ext>
            </a:extLst>
          </p:cNvPr>
          <p:cNvSpPr>
            <a:spLocks xmlns:a="http://schemas.openxmlformats.org/drawingml/2006/main" noGrp="1"/>
          </p:cNvSpPr>
          <p:nvPr/>
        </p:nvSpPr>
        <p:spPr>
          <a:xfrm xmlns:a="http://schemas.openxmlformats.org/drawingml/2006/main">
            <a:off x="609600" y="523875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2B33"/>
                </a:solidFill>
                <a:latin typeface="Noto Sans KR"/>
                <a:ea typeface="Noto Sans KR"/>
                <a:cs typeface="Noto Sans KR"/>
              </a:defRPr>
            </a:defPPr>
            <a:lvl1pPr algn="l">
              <a:defRPr sz="1950" b="1">
                <a:solidFill>
                  <a:srgbClr val="152B33"/>
                </a:solidFill>
                <a:latin typeface="Noto Sans KR"/>
                <a:ea typeface="Noto Sans KR"/>
                <a:cs typeface="Noto Sans KR"/>
              </a:defRPr>
            </a:lvl1pPr>
            <a:lvl2pPr algn="l">
              <a:defRPr sz="1950" b="1">
                <a:solidFill>
                  <a:srgbClr val="152B33"/>
                </a:solidFill>
                <a:latin typeface="Noto Sans KR"/>
                <a:ea typeface="Noto Sans KR"/>
                <a:cs typeface="Noto Sans KR"/>
              </a:defRPr>
            </a:lvl2pPr>
            <a:lvl3pPr algn="l">
              <a:defRPr sz="1950" b="1">
                <a:solidFill>
                  <a:srgbClr val="152B33"/>
                </a:solidFill>
                <a:latin typeface="Noto Sans KR"/>
                <a:ea typeface="Noto Sans KR"/>
                <a:cs typeface="Noto Sans KR"/>
              </a:defRPr>
            </a:lvl3pPr>
            <a:lvl4pPr algn="l">
              <a:defRPr sz="1950" b="1">
                <a:solidFill>
                  <a:srgbClr val="152B33"/>
                </a:solidFill>
                <a:latin typeface="Noto Sans KR"/>
                <a:ea typeface="Noto Sans KR"/>
                <a:cs typeface="Noto Sans KR"/>
              </a:defRPr>
            </a:lvl4pPr>
            <a:lvl5pPr algn="l">
              <a:defRPr sz="1950" b="1">
                <a:solidFill>
                  <a:srgbClr val="152B33"/>
                </a:solidFill>
                <a:latin typeface="Noto Sans KR"/>
                <a:ea typeface="Noto Sans KR"/>
                <a:cs typeface="Noto Sans KR"/>
              </a:defRPr>
            </a:lvl5pPr>
            <a:lvl6pPr algn="l">
              <a:defRPr sz="1950" b="1">
                <a:solidFill>
                  <a:srgbClr val="152B33"/>
                </a:solidFill>
                <a:latin typeface="Noto Sans KR"/>
                <a:ea typeface="Noto Sans KR"/>
                <a:cs typeface="Noto Sans KR"/>
              </a:defRPr>
            </a:lvl6pPr>
            <a:lvl7pPr algn="l">
              <a:defRPr sz="1950" b="1">
                <a:solidFill>
                  <a:srgbClr val="152B33"/>
                </a:solidFill>
                <a:latin typeface="Noto Sans KR"/>
                <a:ea typeface="Noto Sans KR"/>
                <a:cs typeface="Noto Sans KR"/>
              </a:defRPr>
            </a:lvl7pPr>
            <a:lvl8pPr algn="l">
              <a:defRPr sz="1950" b="1">
                <a:solidFill>
                  <a:srgbClr val="152B33"/>
                </a:solidFill>
                <a:latin typeface="Noto Sans KR"/>
                <a:ea typeface="Noto Sans KR"/>
                <a:cs typeface="Noto Sans KR"/>
              </a:defRPr>
            </a:lvl8pPr>
            <a:lvl9pPr algn="l">
              <a:defRPr sz="1950" b="1">
                <a:solidFill>
                  <a:srgbClr val="152B33"/>
                </a:solidFill>
                <a:latin typeface="Noto Sans KR"/>
                <a:ea typeface="Noto Sans KR"/>
                <a:cs typeface="Noto Sans KR"/>
              </a:defRPr>
            </a:lvl9pPr>
          </a:lstStyle>
          <a:p xmlns:a="http://schemas.openxmlformats.org/drawingml/2006/main">
            <a:pPr algn="l">
              <a:defRPr sz="1950" b="1">
                <a:solidFill>
                  <a:srgbClr val="152B33"/>
                </a:solidFill>
                <a:latin typeface="Noto Sans KR"/>
                <a:ea typeface="Noto Sans KR"/>
                <a:cs typeface="Noto Sans KR"/>
              </a:defRPr>
            </a:pPr>
            <a:r>
              <a:rPr sz="1950" b="1">
                <a:solidFill>
                  <a:srgbClr val="152B33"/>
                </a:solidFill>
                <a:latin typeface="Noto Sans KR"/>
                <a:ea typeface="Noto Sans KR"/>
                <a:cs typeface="Noto Sans KR"/>
              </a:rPr>
              <a:t>공개 생육·환경 관측</a:t>
            </a:r>
          </a:p>
        </p:txBody>
      </p:sp>
      <p:sp>
        <p:nvSpPr>
          <p:cNvPr id="15" name="7일 뒤 시설 평균 초장 보조 실험">
            <a:extLst xmlns:a="http://schemas.openxmlformats.org/drawingml/2006/main">
              <a:ext uri="{FF2B5EF4-FFF2-40B4-BE49-F238E27FC236}">
                <a16:creationId xmlns:a16="http://schemas.microsoft.com/office/drawing/2014/main" id="{B216D4F6-4A1F-4108-BBD4-2EAF3F39AA0C}"/>
              </a:ext>
            </a:extLst>
          </p:cNvPr>
          <p:cNvSpPr>
            <a:spLocks xmlns:a="http://schemas.openxmlformats.org/drawingml/2006/main" noGrp="1"/>
          </p:cNvSpPr>
          <p:nvPr/>
        </p:nvSpPr>
        <p:spPr>
          <a:xfrm xmlns:a="http://schemas.openxmlformats.org/drawingml/2006/main">
            <a:off x="6191250" y="52387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7일 뒤 시설 평균 초장 보조 실험</a:t>
            </a:r>
          </a:p>
        </p:txBody>
      </p:sp>
      <p:sp>
        <p:nvSpPr>
          <p:cNvPr id="16" name="공개 모델 입력: 품목·품종·시도·시군구·시설 유형·면적·시작 연도·월(8개).&#10;대회 명세서 모델의 7개 입력과 별개입니다. ">
            <a:extLst xmlns:a="http://schemas.openxmlformats.org/drawingml/2006/main">
              <a:ext uri="{FF2B5EF4-FFF2-40B4-BE49-F238E27FC236}">
                <a16:creationId xmlns:a16="http://schemas.microsoft.com/office/drawing/2014/main" id="{587BB90F-431E-4E3A-9095-A55E89344740}"/>
              </a:ext>
            </a:extLst>
          </p:cNvPr>
          <p:cNvSpPr>
            <a:spLocks xmlns:a="http://schemas.openxmlformats.org/drawingml/2006/main" noGrp="1"/>
          </p:cNvSpPr>
          <p:nvPr/>
        </p:nvSpPr>
        <p:spPr>
          <a:xfrm xmlns:a="http://schemas.openxmlformats.org/drawingml/2006/main">
            <a:off x="609600" y="58293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공개 모델 입력: 품목·품종·시도·시군구·시설 유형·면적·시작 연도·월(8개).</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대회 명세서 모델의 7개 입력과 별개입니다. 숫자는 정제 후 실제 학습에 사용한 작기 수입니다.</a:t>
            </a:r>
          </a:p>
        </p:txBody>
      </p:sp>
    </p:spTree>
    <p:extLst>
      <p:ext uri="{BB962C8B-B14F-4D97-AF65-F5344CB8AC3E}">
        <p14:creationId xmlns:p14="http://schemas.microsoft.com/office/powerpoint/2010/main" val="13132808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공개자료 검증에서는 단순 기준의 오차가 더 작음">
            <a:extLst xmlns:a="http://schemas.openxmlformats.org/drawingml/2006/main">
              <a:ext uri="{FF2B5EF4-FFF2-40B4-BE49-F238E27FC236}">
                <a16:creationId xmlns:a16="http://schemas.microsoft.com/office/drawing/2014/main" id="{CB58DD4B-E426-420B-BC07-351052E9EFB1}"/>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공개자료 검증에서는 단순 기준의 오차가 더 작음</a:t>
            </a:r>
          </a:p>
        </p:txBody>
      </p:sp>
      <p:sp>
        <p:nvSpPr>
          <p:cNvPr id="2" name="08">
            <a:extLst xmlns:a="http://schemas.openxmlformats.org/drawingml/2006/main">
              <a:ext uri="{FF2B5EF4-FFF2-40B4-BE49-F238E27FC236}">
                <a16:creationId xmlns:a16="http://schemas.microsoft.com/office/drawing/2014/main" id="{84FF5FC5-7E6B-4536-97AF-489AE13B3687}"/>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08</a:t>
            </a:r>
          </a:p>
        </p:txBody>
      </p:sp>
      <p:sp>
        <p:nvSpPr>
          <p:cNvPr id="3" name="딸기 출하량">
            <a:extLst xmlns:a="http://schemas.openxmlformats.org/drawingml/2006/main">
              <a:ext uri="{FF2B5EF4-FFF2-40B4-BE49-F238E27FC236}">
                <a16:creationId xmlns:a16="http://schemas.microsoft.com/office/drawing/2014/main" id="{F2599148-6CA5-4B8E-8235-392BE9EEFE57}"/>
              </a:ext>
            </a:extLst>
          </p:cNvPr>
          <p:cNvSpPr>
            <a:spLocks xmlns:a="http://schemas.openxmlformats.org/drawingml/2006/main" noGrp="1"/>
          </p:cNvSpPr>
          <p:nvPr/>
        </p:nvSpPr>
        <p:spPr>
          <a:xfrm xmlns:a="http://schemas.openxmlformats.org/drawingml/2006/main">
            <a:off x="609600" y="1724025"/>
            <a:ext cx="525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딸기 출하량</a:t>
            </a:r>
          </a:p>
        </p:txBody>
      </p:sp>
      <p:sp>
        <p:nvSpPr>
          <p:cNvPr id="4" name="5품목 총매출">
            <a:extLst xmlns:a="http://schemas.openxmlformats.org/drawingml/2006/main">
              <a:ext uri="{FF2B5EF4-FFF2-40B4-BE49-F238E27FC236}">
                <a16:creationId xmlns:a16="http://schemas.microsoft.com/office/drawing/2014/main" id="{2C9965AD-DF46-4431-959D-FE465E4B3A83}"/>
              </a:ext>
            </a:extLst>
          </p:cNvPr>
          <p:cNvSpPr>
            <a:spLocks xmlns:a="http://schemas.openxmlformats.org/drawingml/2006/main" noGrp="1"/>
          </p:cNvSpPr>
          <p:nvPr/>
        </p:nvSpPr>
        <p:spPr>
          <a:xfrm xmlns:a="http://schemas.openxmlformats.org/drawingml/2006/main">
            <a:off x="6400800" y="1724025"/>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5품목 총매출</a:t>
            </a:r>
          </a:p>
        </p:txBody>
      </p:sp>
      <p:sp>
        <p:nvSpPr>
          <p:cNvPr id="5" name="평균 절대오차 · kg/작기">
            <a:extLst xmlns:a="http://schemas.openxmlformats.org/drawingml/2006/main">
              <a:ext uri="{FF2B5EF4-FFF2-40B4-BE49-F238E27FC236}">
                <a16:creationId xmlns:a16="http://schemas.microsoft.com/office/drawing/2014/main" id="{5FF304C7-AEC0-436A-85D2-D966F1B875B5}"/>
              </a:ext>
            </a:extLst>
          </p:cNvPr>
          <p:cNvSpPr>
            <a:spLocks xmlns:a="http://schemas.openxmlformats.org/drawingml/2006/main" noGrp="1"/>
          </p:cNvSpPr>
          <p:nvPr/>
        </p:nvSpPr>
        <p:spPr>
          <a:xfrm xmlns:a="http://schemas.openxmlformats.org/drawingml/2006/main">
            <a:off x="609600" y="2171700"/>
            <a:ext cx="525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평균 절대오차 · kg/작기</a:t>
            </a:r>
          </a:p>
        </p:txBody>
      </p:sp>
      <p:sp>
        <p:nvSpPr>
          <p:cNvPr id="6" name="평균 절대오차 · 백만원/작기">
            <a:extLst xmlns:a="http://schemas.openxmlformats.org/drawingml/2006/main">
              <a:ext uri="{FF2B5EF4-FFF2-40B4-BE49-F238E27FC236}">
                <a16:creationId xmlns:a16="http://schemas.microsoft.com/office/drawing/2014/main" id="{600DD29E-F039-438B-91D5-5A16FB261BDC}"/>
              </a:ext>
            </a:extLst>
          </p:cNvPr>
          <p:cNvSpPr>
            <a:spLocks xmlns:a="http://schemas.openxmlformats.org/drawingml/2006/main" noGrp="1"/>
          </p:cNvSpPr>
          <p:nvPr/>
        </p:nvSpPr>
        <p:spPr>
          <a:xfrm xmlns:a="http://schemas.openxmlformats.org/drawingml/2006/main">
            <a:off x="6400800" y="2171700"/>
            <a:ext cx="5181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평균 절대오차 · 백만원/작기</a:t>
            </a:r>
          </a:p>
        </p:txBody>
      </p:sp>
      <p:graphicFrame>
        <p:nvGraphicFramePr>
          <p:cNvPr id="7" name="Chart">
            <a:extLst xmlns:a="http://schemas.openxmlformats.org/drawingml/2006/main">
              <a:ext uri="{FF2B5EF4-FFF2-40B4-BE49-F238E27FC236}">
                <a16:creationId xmlns:a16="http://schemas.microsoft.com/office/drawing/2014/main" id="{4B7DAB67-B150-44A0-9B01-919B8CB0D2F3}"/>
              </a:ext>
            </a:extLst>
          </p:cNvPr>
          <p:cNvGraphicFramePr/>
          <p:nvPr/>
        </p:nvGraphicFramePr>
        <p:xfrm>
          <a:off xmlns:a="http://schemas.openxmlformats.org/drawingml/2006/main" x="609600" y="2714625"/>
          <a:ext xmlns:a="http://schemas.openxmlformats.org/drawingml/2006/main" cx="5238750" cy="2628900"/>
        </p:xfrm>
        <a:graphic xmlns:a="http://schemas.openxmlformats.org/drawingml/2006/main">
          <a:graphicData uri="http://schemas.openxmlformats.org/drawingml/2006/chart">
            <c:chart xmlns:r="http://schemas.openxmlformats.org/officeDocument/2006/relationships" xmlns:c="http://schemas.openxmlformats.org/drawingml/2006/chart" r:id="Rfca6dad5a4454b66"/>
          </a:graphicData>
        </a:graphic>
      </p:graphicFrame>
      <p:graphicFrame>
        <p:nvGraphicFramePr>
          <p:cNvPr id="8" name="Chart">
            <a:extLst xmlns:a="http://schemas.openxmlformats.org/drawingml/2006/main">
              <a:ext uri="{FF2B5EF4-FFF2-40B4-BE49-F238E27FC236}">
                <a16:creationId xmlns:a16="http://schemas.microsoft.com/office/drawing/2014/main" id="{A51439DE-C057-44BE-AC6E-D80FEA4A0387}"/>
              </a:ext>
            </a:extLst>
          </p:cNvPr>
          <p:cNvGraphicFramePr/>
          <p:nvPr/>
        </p:nvGraphicFramePr>
        <p:xfrm>
          <a:off xmlns:a="http://schemas.openxmlformats.org/drawingml/2006/main" x="6400800" y="2714625"/>
          <a:ext xmlns:a="http://schemas.openxmlformats.org/drawingml/2006/main" cx="5181600" cy="2628900"/>
        </p:xfrm>
        <a:graphic xmlns:a="http://schemas.openxmlformats.org/drawingml/2006/main">
          <a:graphicData uri="http://schemas.openxmlformats.org/drawingml/2006/chart">
            <c:chart xmlns:r="http://schemas.openxmlformats.org/officeDocument/2006/relationships" xmlns:c="http://schemas.openxmlformats.org/drawingml/2006/chart" r:id="Rb6d0c4b3a07847de"/>
          </a:graphicData>
        </a:graphic>
      </p:graphicFrame>
      <p:sp>
        <p:nvSpPr>
          <p:cNvPr id="9" name="시설을 나눈 중첩 검증: 바깥 5분할·안쪽 3분할. 오차는 작을수록 좋습니다.&#10;모델 선택 절차의 평가이며, 최종 단일 모델이나">
            <a:extLst xmlns:a="http://schemas.openxmlformats.org/drawingml/2006/main">
              <a:ext uri="{FF2B5EF4-FFF2-40B4-BE49-F238E27FC236}">
                <a16:creationId xmlns:a16="http://schemas.microsoft.com/office/drawing/2014/main" id="{369EC24E-FCFD-4922-A8FB-E08AABE4C296}"/>
              </a:ext>
            </a:extLst>
          </p:cNvPr>
          <p:cNvSpPr>
            <a:spLocks xmlns:a="http://schemas.openxmlformats.org/drawingml/2006/main" noGrp="1"/>
          </p:cNvSpPr>
          <p:nvPr/>
        </p:nvSpPr>
        <p:spPr>
          <a:xfrm xmlns:a="http://schemas.openxmlformats.org/drawingml/2006/main">
            <a:off x="609600" y="56673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시설을 나눈 중첩 검증: 바깥 5분할·안쪽 3분할. 오차는 작을수록 좋습니다.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모델 선택 절차의 평가이며, 최종 단일 모델이나 미래 투자성과의 독립 검증값은 아닙니다.</a:t>
            </a:r>
          </a:p>
        </p:txBody>
      </p:sp>
    </p:spTree>
    <p:extLst>
      <p:ext uri="{BB962C8B-B14F-4D97-AF65-F5344CB8AC3E}">
        <p14:creationId xmlns:p14="http://schemas.microsoft.com/office/powerpoint/2010/main" val="6567519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딸기 1,000㎡의 투자비 가정">
            <a:extLst xmlns:a="http://schemas.openxmlformats.org/drawingml/2006/main">
              <a:ext uri="{FF2B5EF4-FFF2-40B4-BE49-F238E27FC236}">
                <a16:creationId xmlns:a16="http://schemas.microsoft.com/office/drawing/2014/main" id="{5F2AC6D9-B8EE-4726-912A-098F58674273}"/>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딸기 1,000㎡의 투자비 가정</a:t>
            </a:r>
          </a:p>
        </p:txBody>
      </p:sp>
      <p:sp>
        <p:nvSpPr>
          <p:cNvPr id="2" name="09">
            <a:extLst xmlns:a="http://schemas.openxmlformats.org/drawingml/2006/main">
              <a:ext uri="{FF2B5EF4-FFF2-40B4-BE49-F238E27FC236}">
                <a16:creationId xmlns:a16="http://schemas.microsoft.com/office/drawing/2014/main" id="{7ACE5C80-9F8C-4409-B039-AEB24981B390}"/>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09</a:t>
            </a:r>
          </a:p>
        </p:txBody>
      </p:sp>
      <p:pic>
        <p:nvPicPr>
          <p:cNvPr id="3" name="">
            <a:extLst xmlns:a="http://schemas.openxmlformats.org/drawingml/2006/main">
              <a:ext uri="{FF2B5EF4-FFF2-40B4-BE49-F238E27FC236}">
                <a16:creationId xmlns:a16="http://schemas.microsoft.com/office/drawing/2014/main" id="{C8FC2ABB-9C6A-4A7C-9B13-70FC4D07E235}"/>
              </a:ext>
            </a:extLst>
          </p:cNvPr>
          <p:cNvPicPr>
            <a:picLocks xmlns:a="http://schemas.openxmlformats.org/drawingml/2006/main" noChangeAspect="1"/>
          </p:cNvPicPr>
          <p:nvPr/>
        </p:nvPicPr>
        <p:blipFill>
          <a:blip xmlns:r="http://schemas.openxmlformats.org/officeDocument/2006/relationships" xmlns:a="http://schemas.openxmlformats.org/drawingml/2006/main" r:embed="R62ce9ed8f9074a07"/>
          <a:stretch xmlns:a="http://schemas.openxmlformats.org/drawingml/2006/main"/>
        </p:blipFill>
        <p:spPr>
          <a:xfrm xmlns:a="http://schemas.openxmlformats.org/drawingml/2006/main">
            <a:off x="609600" y="1839516"/>
            <a:ext cx="4619625" cy="3464719"/>
          </a:xfrm>
          <a:prstGeom xmlns:a="http://schemas.openxmlformats.org/drawingml/2006/main" prst="rect">
            <a:avLst/>
          </a:prstGeom>
        </p:spPr>
      </p:pic>
      <p:sp>
        <p:nvSpPr>
          <p:cNvPr id="4" name="초기 투자">
            <a:extLst xmlns:a="http://schemas.openxmlformats.org/drawingml/2006/main">
              <a:ext uri="{FF2B5EF4-FFF2-40B4-BE49-F238E27FC236}">
                <a16:creationId xmlns:a16="http://schemas.microsoft.com/office/drawing/2014/main" id="{DEF26B03-24C7-4622-AD19-59E008F7D139}"/>
              </a:ext>
            </a:extLst>
          </p:cNvPr>
          <p:cNvSpPr>
            <a:spLocks xmlns:a="http://schemas.openxmlformats.org/drawingml/2006/main" noGrp="1"/>
          </p:cNvSpPr>
          <p:nvPr/>
        </p:nvSpPr>
        <p:spPr>
          <a:xfrm xmlns:a="http://schemas.openxmlformats.org/drawingml/2006/main">
            <a:off x="5848350" y="1714500"/>
            <a:ext cx="573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36B"/>
                </a:solidFill>
                <a:latin typeface="Noto Sans KR"/>
                <a:ea typeface="Noto Sans KR"/>
                <a:cs typeface="Noto Sans KR"/>
              </a:defRPr>
            </a:defPPr>
            <a:lvl1pPr algn="l">
              <a:defRPr sz="2100" b="0">
                <a:solidFill>
                  <a:srgbClr val="53636B"/>
                </a:solidFill>
                <a:latin typeface="Noto Sans KR"/>
                <a:ea typeface="Noto Sans KR"/>
                <a:cs typeface="Noto Sans KR"/>
              </a:defRPr>
            </a:lvl1pPr>
            <a:lvl2pPr algn="l">
              <a:defRPr sz="2100" b="0">
                <a:solidFill>
                  <a:srgbClr val="53636B"/>
                </a:solidFill>
                <a:latin typeface="Noto Sans KR"/>
                <a:ea typeface="Noto Sans KR"/>
                <a:cs typeface="Noto Sans KR"/>
              </a:defRPr>
            </a:lvl2pPr>
            <a:lvl3pPr algn="l">
              <a:defRPr sz="2100" b="0">
                <a:solidFill>
                  <a:srgbClr val="53636B"/>
                </a:solidFill>
                <a:latin typeface="Noto Sans KR"/>
                <a:ea typeface="Noto Sans KR"/>
                <a:cs typeface="Noto Sans KR"/>
              </a:defRPr>
            </a:lvl3pPr>
            <a:lvl4pPr algn="l">
              <a:defRPr sz="2100" b="0">
                <a:solidFill>
                  <a:srgbClr val="53636B"/>
                </a:solidFill>
                <a:latin typeface="Noto Sans KR"/>
                <a:ea typeface="Noto Sans KR"/>
                <a:cs typeface="Noto Sans KR"/>
              </a:defRPr>
            </a:lvl4pPr>
            <a:lvl5pPr algn="l">
              <a:defRPr sz="2100" b="0">
                <a:solidFill>
                  <a:srgbClr val="53636B"/>
                </a:solidFill>
                <a:latin typeface="Noto Sans KR"/>
                <a:ea typeface="Noto Sans KR"/>
                <a:cs typeface="Noto Sans KR"/>
              </a:defRPr>
            </a:lvl5pPr>
            <a:lvl6pPr algn="l">
              <a:defRPr sz="2100" b="0">
                <a:solidFill>
                  <a:srgbClr val="53636B"/>
                </a:solidFill>
                <a:latin typeface="Noto Sans KR"/>
                <a:ea typeface="Noto Sans KR"/>
                <a:cs typeface="Noto Sans KR"/>
              </a:defRPr>
            </a:lvl6pPr>
            <a:lvl7pPr algn="l">
              <a:defRPr sz="2100" b="0">
                <a:solidFill>
                  <a:srgbClr val="53636B"/>
                </a:solidFill>
                <a:latin typeface="Noto Sans KR"/>
                <a:ea typeface="Noto Sans KR"/>
                <a:cs typeface="Noto Sans KR"/>
              </a:defRPr>
            </a:lvl7pPr>
            <a:lvl8pPr algn="l">
              <a:defRPr sz="2100" b="0">
                <a:solidFill>
                  <a:srgbClr val="53636B"/>
                </a:solidFill>
                <a:latin typeface="Noto Sans KR"/>
                <a:ea typeface="Noto Sans KR"/>
                <a:cs typeface="Noto Sans KR"/>
              </a:defRPr>
            </a:lvl8pPr>
            <a:lvl9pPr algn="l">
              <a:defRPr sz="2100" b="0">
                <a:solidFill>
                  <a:srgbClr val="53636B"/>
                </a:solidFill>
                <a:latin typeface="Noto Sans KR"/>
                <a:ea typeface="Noto Sans KR"/>
                <a:cs typeface="Noto Sans KR"/>
              </a:defRPr>
            </a:lvl9pPr>
          </a:lstStyle>
          <a:p xmlns:a="http://schemas.openxmlformats.org/drawingml/2006/main">
            <a:pPr algn="l">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초기 투자</a:t>
            </a:r>
          </a:p>
        </p:txBody>
      </p:sp>
      <p:sp>
        <p:nvSpPr>
          <p:cNvPr id="5" name="1억 1,253만원">
            <a:extLst xmlns:a="http://schemas.openxmlformats.org/drawingml/2006/main">
              <a:ext uri="{FF2B5EF4-FFF2-40B4-BE49-F238E27FC236}">
                <a16:creationId xmlns:a16="http://schemas.microsoft.com/office/drawing/2014/main" id="{A1932025-6F5B-4EFB-8F0D-4D929C135CB6}"/>
              </a:ext>
            </a:extLst>
          </p:cNvPr>
          <p:cNvSpPr>
            <a:spLocks xmlns:a="http://schemas.openxmlformats.org/drawingml/2006/main" noGrp="1"/>
          </p:cNvSpPr>
          <p:nvPr/>
        </p:nvSpPr>
        <p:spPr>
          <a:xfrm xmlns:a="http://schemas.openxmlformats.org/drawingml/2006/main">
            <a:off x="5848350" y="2219325"/>
            <a:ext cx="57340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52B33"/>
                </a:solidFill>
                <a:latin typeface="Noto Sans KR"/>
                <a:ea typeface="Noto Sans KR"/>
                <a:cs typeface="Noto Sans KR"/>
              </a:defRPr>
            </a:defPPr>
            <a:lvl1pPr algn="l">
              <a:defRPr sz="4425" b="1">
                <a:solidFill>
                  <a:srgbClr val="152B33"/>
                </a:solidFill>
                <a:latin typeface="Noto Sans KR"/>
                <a:ea typeface="Noto Sans KR"/>
                <a:cs typeface="Noto Sans KR"/>
              </a:defRPr>
            </a:lvl1pPr>
            <a:lvl2pPr algn="l">
              <a:defRPr sz="4425" b="1">
                <a:solidFill>
                  <a:srgbClr val="152B33"/>
                </a:solidFill>
                <a:latin typeface="Noto Sans KR"/>
                <a:ea typeface="Noto Sans KR"/>
                <a:cs typeface="Noto Sans KR"/>
              </a:defRPr>
            </a:lvl2pPr>
            <a:lvl3pPr algn="l">
              <a:defRPr sz="4425" b="1">
                <a:solidFill>
                  <a:srgbClr val="152B33"/>
                </a:solidFill>
                <a:latin typeface="Noto Sans KR"/>
                <a:ea typeface="Noto Sans KR"/>
                <a:cs typeface="Noto Sans KR"/>
              </a:defRPr>
            </a:lvl3pPr>
            <a:lvl4pPr algn="l">
              <a:defRPr sz="4425" b="1">
                <a:solidFill>
                  <a:srgbClr val="152B33"/>
                </a:solidFill>
                <a:latin typeface="Noto Sans KR"/>
                <a:ea typeface="Noto Sans KR"/>
                <a:cs typeface="Noto Sans KR"/>
              </a:defRPr>
            </a:lvl4pPr>
            <a:lvl5pPr algn="l">
              <a:defRPr sz="4425" b="1">
                <a:solidFill>
                  <a:srgbClr val="152B33"/>
                </a:solidFill>
                <a:latin typeface="Noto Sans KR"/>
                <a:ea typeface="Noto Sans KR"/>
                <a:cs typeface="Noto Sans KR"/>
              </a:defRPr>
            </a:lvl5pPr>
            <a:lvl6pPr algn="l">
              <a:defRPr sz="4425" b="1">
                <a:solidFill>
                  <a:srgbClr val="152B33"/>
                </a:solidFill>
                <a:latin typeface="Noto Sans KR"/>
                <a:ea typeface="Noto Sans KR"/>
                <a:cs typeface="Noto Sans KR"/>
              </a:defRPr>
            </a:lvl6pPr>
            <a:lvl7pPr algn="l">
              <a:defRPr sz="4425" b="1">
                <a:solidFill>
                  <a:srgbClr val="152B33"/>
                </a:solidFill>
                <a:latin typeface="Noto Sans KR"/>
                <a:ea typeface="Noto Sans KR"/>
                <a:cs typeface="Noto Sans KR"/>
              </a:defRPr>
            </a:lvl7pPr>
            <a:lvl8pPr algn="l">
              <a:defRPr sz="4425" b="1">
                <a:solidFill>
                  <a:srgbClr val="152B33"/>
                </a:solidFill>
                <a:latin typeface="Noto Sans KR"/>
                <a:ea typeface="Noto Sans KR"/>
                <a:cs typeface="Noto Sans KR"/>
              </a:defRPr>
            </a:lvl8pPr>
            <a:lvl9pPr algn="l">
              <a:defRPr sz="4425" b="1">
                <a:solidFill>
                  <a:srgbClr val="152B33"/>
                </a:solidFill>
                <a:latin typeface="Noto Sans KR"/>
                <a:ea typeface="Noto Sans KR"/>
                <a:cs typeface="Noto Sans KR"/>
              </a:defRPr>
            </a:lvl9pPr>
          </a:lstStyle>
          <a:p xmlns:a="http://schemas.openxmlformats.org/drawingml/2006/main">
            <a:pPr algn="l">
              <a:defRPr sz="4425" b="1">
                <a:solidFill>
                  <a:srgbClr val="152B33"/>
                </a:solidFill>
                <a:latin typeface="Noto Sans KR"/>
                <a:ea typeface="Noto Sans KR"/>
                <a:cs typeface="Noto Sans KR"/>
              </a:defRPr>
            </a:pPr>
            <a:r>
              <a:rPr sz="4425" b="1">
                <a:solidFill>
                  <a:srgbClr val="152B33"/>
                </a:solidFill>
                <a:latin typeface="Noto Sans KR"/>
                <a:ea typeface="Noto Sans KR"/>
                <a:cs typeface="Noto Sans KR"/>
              </a:rPr>
              <a:t>1억 1,253만원</a:t>
            </a:r>
          </a:p>
        </p:txBody>
      </p:sp>
      <p:sp>
        <p:nvSpPr>
          <p:cNvPr id="6" name="장비 등록 가격">
            <a:extLst xmlns:a="http://schemas.openxmlformats.org/drawingml/2006/main">
              <a:ext uri="{FF2B5EF4-FFF2-40B4-BE49-F238E27FC236}">
                <a16:creationId xmlns:a16="http://schemas.microsoft.com/office/drawing/2014/main" id="{CDE26861-CA52-4D69-BD77-EBA02EF36164}"/>
              </a:ext>
            </a:extLst>
          </p:cNvPr>
          <p:cNvSpPr>
            <a:spLocks xmlns:a="http://schemas.openxmlformats.org/drawingml/2006/main" noGrp="1"/>
          </p:cNvSpPr>
          <p:nvPr/>
        </p:nvSpPr>
        <p:spPr>
          <a:xfrm xmlns:a="http://schemas.openxmlformats.org/drawingml/2006/main">
            <a:off x="5848350" y="34290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장비 등록 가격</a:t>
            </a:r>
          </a:p>
        </p:txBody>
      </p:sp>
      <p:sp>
        <p:nvSpPr>
          <p:cNvPr id="7" name="2,457.3만원">
            <a:extLst xmlns:a="http://schemas.openxmlformats.org/drawingml/2006/main">
              <a:ext uri="{FF2B5EF4-FFF2-40B4-BE49-F238E27FC236}">
                <a16:creationId xmlns:a16="http://schemas.microsoft.com/office/drawing/2014/main" id="{FC00E9E9-D5CE-4D26-A6FB-B43A343590AF}"/>
              </a:ext>
            </a:extLst>
          </p:cNvPr>
          <p:cNvSpPr>
            <a:spLocks xmlns:a="http://schemas.openxmlformats.org/drawingml/2006/main" noGrp="1"/>
          </p:cNvSpPr>
          <p:nvPr/>
        </p:nvSpPr>
        <p:spPr>
          <a:xfrm xmlns:a="http://schemas.openxmlformats.org/drawingml/2006/main">
            <a:off x="8915400" y="34290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00" b="1">
                <a:solidFill>
                  <a:srgbClr val="17785B"/>
                </a:solidFill>
                <a:latin typeface="Noto Sans KR"/>
                <a:ea typeface="Noto Sans KR"/>
                <a:cs typeface="Noto Sans KR"/>
              </a:defRPr>
            </a:defPPr>
            <a:lvl1pPr algn="r">
              <a:defRPr sz="2100" b="1">
                <a:solidFill>
                  <a:srgbClr val="17785B"/>
                </a:solidFill>
                <a:latin typeface="Noto Sans KR"/>
                <a:ea typeface="Noto Sans KR"/>
                <a:cs typeface="Noto Sans KR"/>
              </a:defRPr>
            </a:lvl1pPr>
            <a:lvl2pPr algn="r">
              <a:defRPr sz="2100" b="1">
                <a:solidFill>
                  <a:srgbClr val="17785B"/>
                </a:solidFill>
                <a:latin typeface="Noto Sans KR"/>
                <a:ea typeface="Noto Sans KR"/>
                <a:cs typeface="Noto Sans KR"/>
              </a:defRPr>
            </a:lvl2pPr>
            <a:lvl3pPr algn="r">
              <a:defRPr sz="2100" b="1">
                <a:solidFill>
                  <a:srgbClr val="17785B"/>
                </a:solidFill>
                <a:latin typeface="Noto Sans KR"/>
                <a:ea typeface="Noto Sans KR"/>
                <a:cs typeface="Noto Sans KR"/>
              </a:defRPr>
            </a:lvl3pPr>
            <a:lvl4pPr algn="r">
              <a:defRPr sz="2100" b="1">
                <a:solidFill>
                  <a:srgbClr val="17785B"/>
                </a:solidFill>
                <a:latin typeface="Noto Sans KR"/>
                <a:ea typeface="Noto Sans KR"/>
                <a:cs typeface="Noto Sans KR"/>
              </a:defRPr>
            </a:lvl4pPr>
            <a:lvl5pPr algn="r">
              <a:defRPr sz="2100" b="1">
                <a:solidFill>
                  <a:srgbClr val="17785B"/>
                </a:solidFill>
                <a:latin typeface="Noto Sans KR"/>
                <a:ea typeface="Noto Sans KR"/>
                <a:cs typeface="Noto Sans KR"/>
              </a:defRPr>
            </a:lvl5pPr>
            <a:lvl6pPr algn="r">
              <a:defRPr sz="2100" b="1">
                <a:solidFill>
                  <a:srgbClr val="17785B"/>
                </a:solidFill>
                <a:latin typeface="Noto Sans KR"/>
                <a:ea typeface="Noto Sans KR"/>
                <a:cs typeface="Noto Sans KR"/>
              </a:defRPr>
            </a:lvl6pPr>
            <a:lvl7pPr algn="r">
              <a:defRPr sz="2100" b="1">
                <a:solidFill>
                  <a:srgbClr val="17785B"/>
                </a:solidFill>
                <a:latin typeface="Noto Sans KR"/>
                <a:ea typeface="Noto Sans KR"/>
                <a:cs typeface="Noto Sans KR"/>
              </a:defRPr>
            </a:lvl7pPr>
            <a:lvl8pPr algn="r">
              <a:defRPr sz="2100" b="1">
                <a:solidFill>
                  <a:srgbClr val="17785B"/>
                </a:solidFill>
                <a:latin typeface="Noto Sans KR"/>
                <a:ea typeface="Noto Sans KR"/>
                <a:cs typeface="Noto Sans KR"/>
              </a:defRPr>
            </a:lvl8pPr>
            <a:lvl9pPr algn="r">
              <a:defRPr sz="2100" b="1">
                <a:solidFill>
                  <a:srgbClr val="17785B"/>
                </a:solidFill>
                <a:latin typeface="Noto Sans KR"/>
                <a:ea typeface="Noto Sans KR"/>
                <a:cs typeface="Noto Sans KR"/>
              </a:defRPr>
            </a:lvl9pPr>
          </a:lstStyle>
          <a:p xmlns:a="http://schemas.openxmlformats.org/drawingml/2006/main">
            <a:pPr algn="r">
              <a:defRPr sz="2100" b="1">
                <a:solidFill>
                  <a:srgbClr val="17785B"/>
                </a:solidFill>
                <a:latin typeface="Noto Sans KR"/>
                <a:ea typeface="Noto Sans KR"/>
                <a:cs typeface="Noto Sans KR"/>
              </a:defRPr>
            </a:pPr>
            <a:r>
              <a:rPr sz="2100" b="1">
                <a:solidFill>
                  <a:srgbClr val="17785B"/>
                </a:solidFill>
                <a:latin typeface="Noto Sans KR"/>
                <a:ea typeface="Noto Sans KR"/>
                <a:cs typeface="Noto Sans KR"/>
              </a:rPr>
              <a:t>2,457.3만원</a:t>
            </a:r>
          </a:p>
        </p:txBody>
      </p:sp>
      <p:sp>
        <p:nvSpPr>
          <p:cNvPr id="8" name="설치비 가정">
            <a:extLst xmlns:a="http://schemas.openxmlformats.org/drawingml/2006/main">
              <a:ext uri="{FF2B5EF4-FFF2-40B4-BE49-F238E27FC236}">
                <a16:creationId xmlns:a16="http://schemas.microsoft.com/office/drawing/2014/main" id="{05432FEC-4413-4DB6-B798-F848E98BFDAD}"/>
              </a:ext>
            </a:extLst>
          </p:cNvPr>
          <p:cNvSpPr>
            <a:spLocks xmlns:a="http://schemas.openxmlformats.org/drawingml/2006/main" noGrp="1"/>
          </p:cNvSpPr>
          <p:nvPr/>
        </p:nvSpPr>
        <p:spPr>
          <a:xfrm xmlns:a="http://schemas.openxmlformats.org/drawingml/2006/main">
            <a:off x="5848350" y="39338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설치비 가정</a:t>
            </a:r>
          </a:p>
        </p:txBody>
      </p:sp>
      <p:sp>
        <p:nvSpPr>
          <p:cNvPr id="9" name="500만원">
            <a:extLst xmlns:a="http://schemas.openxmlformats.org/drawingml/2006/main">
              <a:ext uri="{FF2B5EF4-FFF2-40B4-BE49-F238E27FC236}">
                <a16:creationId xmlns:a16="http://schemas.microsoft.com/office/drawing/2014/main" id="{D2655200-6130-4585-BBB6-D443935C543E}"/>
              </a:ext>
            </a:extLst>
          </p:cNvPr>
          <p:cNvSpPr>
            <a:spLocks xmlns:a="http://schemas.openxmlformats.org/drawingml/2006/main" noGrp="1"/>
          </p:cNvSpPr>
          <p:nvPr/>
        </p:nvSpPr>
        <p:spPr>
          <a:xfrm xmlns:a="http://schemas.openxmlformats.org/drawingml/2006/main">
            <a:off x="8915400" y="393382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00" b="1">
                <a:solidFill>
                  <a:srgbClr val="17785B"/>
                </a:solidFill>
                <a:latin typeface="Noto Sans KR"/>
                <a:ea typeface="Noto Sans KR"/>
                <a:cs typeface="Noto Sans KR"/>
              </a:defRPr>
            </a:defPPr>
            <a:lvl1pPr algn="r">
              <a:defRPr sz="2100" b="1">
                <a:solidFill>
                  <a:srgbClr val="17785B"/>
                </a:solidFill>
                <a:latin typeface="Noto Sans KR"/>
                <a:ea typeface="Noto Sans KR"/>
                <a:cs typeface="Noto Sans KR"/>
              </a:defRPr>
            </a:lvl1pPr>
            <a:lvl2pPr algn="r">
              <a:defRPr sz="2100" b="1">
                <a:solidFill>
                  <a:srgbClr val="17785B"/>
                </a:solidFill>
                <a:latin typeface="Noto Sans KR"/>
                <a:ea typeface="Noto Sans KR"/>
                <a:cs typeface="Noto Sans KR"/>
              </a:defRPr>
            </a:lvl2pPr>
            <a:lvl3pPr algn="r">
              <a:defRPr sz="2100" b="1">
                <a:solidFill>
                  <a:srgbClr val="17785B"/>
                </a:solidFill>
                <a:latin typeface="Noto Sans KR"/>
                <a:ea typeface="Noto Sans KR"/>
                <a:cs typeface="Noto Sans KR"/>
              </a:defRPr>
            </a:lvl3pPr>
            <a:lvl4pPr algn="r">
              <a:defRPr sz="2100" b="1">
                <a:solidFill>
                  <a:srgbClr val="17785B"/>
                </a:solidFill>
                <a:latin typeface="Noto Sans KR"/>
                <a:ea typeface="Noto Sans KR"/>
                <a:cs typeface="Noto Sans KR"/>
              </a:defRPr>
            </a:lvl4pPr>
            <a:lvl5pPr algn="r">
              <a:defRPr sz="2100" b="1">
                <a:solidFill>
                  <a:srgbClr val="17785B"/>
                </a:solidFill>
                <a:latin typeface="Noto Sans KR"/>
                <a:ea typeface="Noto Sans KR"/>
                <a:cs typeface="Noto Sans KR"/>
              </a:defRPr>
            </a:lvl5pPr>
            <a:lvl6pPr algn="r">
              <a:defRPr sz="2100" b="1">
                <a:solidFill>
                  <a:srgbClr val="17785B"/>
                </a:solidFill>
                <a:latin typeface="Noto Sans KR"/>
                <a:ea typeface="Noto Sans KR"/>
                <a:cs typeface="Noto Sans KR"/>
              </a:defRPr>
            </a:lvl6pPr>
            <a:lvl7pPr algn="r">
              <a:defRPr sz="2100" b="1">
                <a:solidFill>
                  <a:srgbClr val="17785B"/>
                </a:solidFill>
                <a:latin typeface="Noto Sans KR"/>
                <a:ea typeface="Noto Sans KR"/>
                <a:cs typeface="Noto Sans KR"/>
              </a:defRPr>
            </a:lvl7pPr>
            <a:lvl8pPr algn="r">
              <a:defRPr sz="2100" b="1">
                <a:solidFill>
                  <a:srgbClr val="17785B"/>
                </a:solidFill>
                <a:latin typeface="Noto Sans KR"/>
                <a:ea typeface="Noto Sans KR"/>
                <a:cs typeface="Noto Sans KR"/>
              </a:defRPr>
            </a:lvl8pPr>
            <a:lvl9pPr algn="r">
              <a:defRPr sz="2100" b="1">
                <a:solidFill>
                  <a:srgbClr val="17785B"/>
                </a:solidFill>
                <a:latin typeface="Noto Sans KR"/>
                <a:ea typeface="Noto Sans KR"/>
                <a:cs typeface="Noto Sans KR"/>
              </a:defRPr>
            </a:lvl9pPr>
          </a:lstStyle>
          <a:p xmlns:a="http://schemas.openxmlformats.org/drawingml/2006/main">
            <a:pPr algn="r">
              <a:defRPr sz="2100" b="1">
                <a:solidFill>
                  <a:srgbClr val="17785B"/>
                </a:solidFill>
                <a:latin typeface="Noto Sans KR"/>
                <a:ea typeface="Noto Sans KR"/>
                <a:cs typeface="Noto Sans KR"/>
              </a:defRPr>
            </a:pPr>
            <a:r>
              <a:rPr sz="2100" b="1">
                <a:solidFill>
                  <a:srgbClr val="17785B"/>
                </a:solidFill>
                <a:latin typeface="Noto Sans KR"/>
                <a:ea typeface="Noto Sans KR"/>
                <a:cs typeface="Noto Sans KR"/>
              </a:rPr>
              <a:t>500만원</a:t>
            </a:r>
          </a:p>
        </p:txBody>
      </p:sp>
      <p:sp>
        <p:nvSpPr>
          <p:cNvPr id="10" name="추가 부가세 가정">
            <a:extLst xmlns:a="http://schemas.openxmlformats.org/drawingml/2006/main">
              <a:ext uri="{FF2B5EF4-FFF2-40B4-BE49-F238E27FC236}">
                <a16:creationId xmlns:a16="http://schemas.microsoft.com/office/drawing/2014/main" id="{398750FC-9446-43AC-A532-48FC77F6E096}"/>
              </a:ext>
            </a:extLst>
          </p:cNvPr>
          <p:cNvSpPr>
            <a:spLocks xmlns:a="http://schemas.openxmlformats.org/drawingml/2006/main" noGrp="1"/>
          </p:cNvSpPr>
          <p:nvPr/>
        </p:nvSpPr>
        <p:spPr>
          <a:xfrm xmlns:a="http://schemas.openxmlformats.org/drawingml/2006/main">
            <a:off x="5848350" y="44386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추가 부가세 가정</a:t>
            </a:r>
          </a:p>
        </p:txBody>
      </p:sp>
      <p:sp>
        <p:nvSpPr>
          <p:cNvPr id="11" name="295.7만원">
            <a:extLst xmlns:a="http://schemas.openxmlformats.org/drawingml/2006/main">
              <a:ext uri="{FF2B5EF4-FFF2-40B4-BE49-F238E27FC236}">
                <a16:creationId xmlns:a16="http://schemas.microsoft.com/office/drawing/2014/main" id="{3C80E9B2-B98D-4CBF-A547-31181E2FE04C}"/>
              </a:ext>
            </a:extLst>
          </p:cNvPr>
          <p:cNvSpPr>
            <a:spLocks xmlns:a="http://schemas.openxmlformats.org/drawingml/2006/main" noGrp="1"/>
          </p:cNvSpPr>
          <p:nvPr/>
        </p:nvSpPr>
        <p:spPr>
          <a:xfrm xmlns:a="http://schemas.openxmlformats.org/drawingml/2006/main">
            <a:off x="8915400" y="443865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00" b="1">
                <a:solidFill>
                  <a:srgbClr val="17785B"/>
                </a:solidFill>
                <a:latin typeface="Noto Sans KR"/>
                <a:ea typeface="Noto Sans KR"/>
                <a:cs typeface="Noto Sans KR"/>
              </a:defRPr>
            </a:defPPr>
            <a:lvl1pPr algn="r">
              <a:defRPr sz="2100" b="1">
                <a:solidFill>
                  <a:srgbClr val="17785B"/>
                </a:solidFill>
                <a:latin typeface="Noto Sans KR"/>
                <a:ea typeface="Noto Sans KR"/>
                <a:cs typeface="Noto Sans KR"/>
              </a:defRPr>
            </a:lvl1pPr>
            <a:lvl2pPr algn="r">
              <a:defRPr sz="2100" b="1">
                <a:solidFill>
                  <a:srgbClr val="17785B"/>
                </a:solidFill>
                <a:latin typeface="Noto Sans KR"/>
                <a:ea typeface="Noto Sans KR"/>
                <a:cs typeface="Noto Sans KR"/>
              </a:defRPr>
            </a:lvl2pPr>
            <a:lvl3pPr algn="r">
              <a:defRPr sz="2100" b="1">
                <a:solidFill>
                  <a:srgbClr val="17785B"/>
                </a:solidFill>
                <a:latin typeface="Noto Sans KR"/>
                <a:ea typeface="Noto Sans KR"/>
                <a:cs typeface="Noto Sans KR"/>
              </a:defRPr>
            </a:lvl3pPr>
            <a:lvl4pPr algn="r">
              <a:defRPr sz="2100" b="1">
                <a:solidFill>
                  <a:srgbClr val="17785B"/>
                </a:solidFill>
                <a:latin typeface="Noto Sans KR"/>
                <a:ea typeface="Noto Sans KR"/>
                <a:cs typeface="Noto Sans KR"/>
              </a:defRPr>
            </a:lvl4pPr>
            <a:lvl5pPr algn="r">
              <a:defRPr sz="2100" b="1">
                <a:solidFill>
                  <a:srgbClr val="17785B"/>
                </a:solidFill>
                <a:latin typeface="Noto Sans KR"/>
                <a:ea typeface="Noto Sans KR"/>
                <a:cs typeface="Noto Sans KR"/>
              </a:defRPr>
            </a:lvl5pPr>
            <a:lvl6pPr algn="r">
              <a:defRPr sz="2100" b="1">
                <a:solidFill>
                  <a:srgbClr val="17785B"/>
                </a:solidFill>
                <a:latin typeface="Noto Sans KR"/>
                <a:ea typeface="Noto Sans KR"/>
                <a:cs typeface="Noto Sans KR"/>
              </a:defRPr>
            </a:lvl6pPr>
            <a:lvl7pPr algn="r">
              <a:defRPr sz="2100" b="1">
                <a:solidFill>
                  <a:srgbClr val="17785B"/>
                </a:solidFill>
                <a:latin typeface="Noto Sans KR"/>
                <a:ea typeface="Noto Sans KR"/>
                <a:cs typeface="Noto Sans KR"/>
              </a:defRPr>
            </a:lvl7pPr>
            <a:lvl8pPr algn="r">
              <a:defRPr sz="2100" b="1">
                <a:solidFill>
                  <a:srgbClr val="17785B"/>
                </a:solidFill>
                <a:latin typeface="Noto Sans KR"/>
                <a:ea typeface="Noto Sans KR"/>
                <a:cs typeface="Noto Sans KR"/>
              </a:defRPr>
            </a:lvl8pPr>
            <a:lvl9pPr algn="r">
              <a:defRPr sz="2100" b="1">
                <a:solidFill>
                  <a:srgbClr val="17785B"/>
                </a:solidFill>
                <a:latin typeface="Noto Sans KR"/>
                <a:ea typeface="Noto Sans KR"/>
                <a:cs typeface="Noto Sans KR"/>
              </a:defRPr>
            </a:lvl9pPr>
          </a:lstStyle>
          <a:p xmlns:a="http://schemas.openxmlformats.org/drawingml/2006/main">
            <a:pPr algn="r">
              <a:defRPr sz="2100" b="1">
                <a:solidFill>
                  <a:srgbClr val="17785B"/>
                </a:solidFill>
                <a:latin typeface="Noto Sans KR"/>
                <a:ea typeface="Noto Sans KR"/>
                <a:cs typeface="Noto Sans KR"/>
              </a:defRPr>
            </a:pPr>
            <a:r>
              <a:rPr sz="2100" b="1">
                <a:solidFill>
                  <a:srgbClr val="17785B"/>
                </a:solidFill>
                <a:latin typeface="Noto Sans KR"/>
                <a:ea typeface="Noto Sans KR"/>
                <a:cs typeface="Noto Sans KR"/>
              </a:rPr>
              <a:t>295.7만원</a:t>
            </a:r>
          </a:p>
        </p:txBody>
      </p:sp>
      <p:sp>
        <p:nvSpPr>
          <p:cNvPr id="12" name="온실 등 기타 가정">
            <a:extLst xmlns:a="http://schemas.openxmlformats.org/drawingml/2006/main">
              <a:ext uri="{FF2B5EF4-FFF2-40B4-BE49-F238E27FC236}">
                <a16:creationId xmlns:a16="http://schemas.microsoft.com/office/drawing/2014/main" id="{2638D0A4-5F17-4CAF-A9F6-067A1E3BA80E}"/>
              </a:ext>
            </a:extLst>
          </p:cNvPr>
          <p:cNvSpPr>
            <a:spLocks xmlns:a="http://schemas.openxmlformats.org/drawingml/2006/main" noGrp="1"/>
          </p:cNvSpPr>
          <p:nvPr/>
        </p:nvSpPr>
        <p:spPr>
          <a:xfrm xmlns:a="http://schemas.openxmlformats.org/drawingml/2006/main">
            <a:off x="5848350" y="49434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온실 등 기타 가정</a:t>
            </a:r>
          </a:p>
        </p:txBody>
      </p:sp>
      <p:sp>
        <p:nvSpPr>
          <p:cNvPr id="13" name="8,000만원">
            <a:extLst xmlns:a="http://schemas.openxmlformats.org/drawingml/2006/main">
              <a:ext uri="{FF2B5EF4-FFF2-40B4-BE49-F238E27FC236}">
                <a16:creationId xmlns:a16="http://schemas.microsoft.com/office/drawing/2014/main" id="{415459DF-8634-435E-BD0C-EADDD06ECE58}"/>
              </a:ext>
            </a:extLst>
          </p:cNvPr>
          <p:cNvSpPr>
            <a:spLocks xmlns:a="http://schemas.openxmlformats.org/drawingml/2006/main" noGrp="1"/>
          </p:cNvSpPr>
          <p:nvPr/>
        </p:nvSpPr>
        <p:spPr>
          <a:xfrm xmlns:a="http://schemas.openxmlformats.org/drawingml/2006/main">
            <a:off x="8915400" y="49434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00" b="1">
                <a:solidFill>
                  <a:srgbClr val="17785B"/>
                </a:solidFill>
                <a:latin typeface="Noto Sans KR"/>
                <a:ea typeface="Noto Sans KR"/>
                <a:cs typeface="Noto Sans KR"/>
              </a:defRPr>
            </a:defPPr>
            <a:lvl1pPr algn="r">
              <a:defRPr sz="2100" b="1">
                <a:solidFill>
                  <a:srgbClr val="17785B"/>
                </a:solidFill>
                <a:latin typeface="Noto Sans KR"/>
                <a:ea typeface="Noto Sans KR"/>
                <a:cs typeface="Noto Sans KR"/>
              </a:defRPr>
            </a:lvl1pPr>
            <a:lvl2pPr algn="r">
              <a:defRPr sz="2100" b="1">
                <a:solidFill>
                  <a:srgbClr val="17785B"/>
                </a:solidFill>
                <a:latin typeface="Noto Sans KR"/>
                <a:ea typeface="Noto Sans KR"/>
                <a:cs typeface="Noto Sans KR"/>
              </a:defRPr>
            </a:lvl2pPr>
            <a:lvl3pPr algn="r">
              <a:defRPr sz="2100" b="1">
                <a:solidFill>
                  <a:srgbClr val="17785B"/>
                </a:solidFill>
                <a:latin typeface="Noto Sans KR"/>
                <a:ea typeface="Noto Sans KR"/>
                <a:cs typeface="Noto Sans KR"/>
              </a:defRPr>
            </a:lvl3pPr>
            <a:lvl4pPr algn="r">
              <a:defRPr sz="2100" b="1">
                <a:solidFill>
                  <a:srgbClr val="17785B"/>
                </a:solidFill>
                <a:latin typeface="Noto Sans KR"/>
                <a:ea typeface="Noto Sans KR"/>
                <a:cs typeface="Noto Sans KR"/>
              </a:defRPr>
            </a:lvl4pPr>
            <a:lvl5pPr algn="r">
              <a:defRPr sz="2100" b="1">
                <a:solidFill>
                  <a:srgbClr val="17785B"/>
                </a:solidFill>
                <a:latin typeface="Noto Sans KR"/>
                <a:ea typeface="Noto Sans KR"/>
                <a:cs typeface="Noto Sans KR"/>
              </a:defRPr>
            </a:lvl5pPr>
            <a:lvl6pPr algn="r">
              <a:defRPr sz="2100" b="1">
                <a:solidFill>
                  <a:srgbClr val="17785B"/>
                </a:solidFill>
                <a:latin typeface="Noto Sans KR"/>
                <a:ea typeface="Noto Sans KR"/>
                <a:cs typeface="Noto Sans KR"/>
              </a:defRPr>
            </a:lvl6pPr>
            <a:lvl7pPr algn="r">
              <a:defRPr sz="2100" b="1">
                <a:solidFill>
                  <a:srgbClr val="17785B"/>
                </a:solidFill>
                <a:latin typeface="Noto Sans KR"/>
                <a:ea typeface="Noto Sans KR"/>
                <a:cs typeface="Noto Sans KR"/>
              </a:defRPr>
            </a:lvl7pPr>
            <a:lvl8pPr algn="r">
              <a:defRPr sz="2100" b="1">
                <a:solidFill>
                  <a:srgbClr val="17785B"/>
                </a:solidFill>
                <a:latin typeface="Noto Sans KR"/>
                <a:ea typeface="Noto Sans KR"/>
                <a:cs typeface="Noto Sans KR"/>
              </a:defRPr>
            </a:lvl8pPr>
            <a:lvl9pPr algn="r">
              <a:defRPr sz="2100" b="1">
                <a:solidFill>
                  <a:srgbClr val="17785B"/>
                </a:solidFill>
                <a:latin typeface="Noto Sans KR"/>
                <a:ea typeface="Noto Sans KR"/>
                <a:cs typeface="Noto Sans KR"/>
              </a:defRPr>
            </a:lvl9pPr>
          </a:lstStyle>
          <a:p xmlns:a="http://schemas.openxmlformats.org/drawingml/2006/main">
            <a:pPr algn="r">
              <a:defRPr sz="2100" b="1">
                <a:solidFill>
                  <a:srgbClr val="17785B"/>
                </a:solidFill>
                <a:latin typeface="Noto Sans KR"/>
                <a:ea typeface="Noto Sans KR"/>
                <a:cs typeface="Noto Sans KR"/>
              </a:defRPr>
            </a:pPr>
            <a:r>
              <a:rPr sz="2100" b="1">
                <a:solidFill>
                  <a:srgbClr val="17785B"/>
                </a:solidFill>
                <a:latin typeface="Noto Sans KR"/>
                <a:ea typeface="Noto Sans KR"/>
                <a:cs typeface="Noto Sans KR"/>
              </a:rPr>
              <a:t>8,000만원</a:t>
            </a:r>
          </a:p>
        </p:txBody>
      </p:sp>
      <p:sp>
        <p:nvSpPr>
          <p:cNvPr id="14" name="설비 구성 설명용 생성 이미지">
            <a:extLst xmlns:a="http://schemas.openxmlformats.org/drawingml/2006/main">
              <a:ext uri="{FF2B5EF4-FFF2-40B4-BE49-F238E27FC236}">
                <a16:creationId xmlns:a16="http://schemas.microsoft.com/office/drawing/2014/main" id="{64631C69-B45D-453B-84F5-EDE23B7F4F9A}"/>
              </a:ext>
            </a:extLst>
          </p:cNvPr>
          <p:cNvSpPr>
            <a:spLocks xmlns:a="http://schemas.openxmlformats.org/drawingml/2006/main" noGrp="1"/>
          </p:cNvSpPr>
          <p:nvPr/>
        </p:nvSpPr>
        <p:spPr>
          <a:xfrm xmlns:a="http://schemas.openxmlformats.org/drawingml/2006/main">
            <a:off x="609600" y="5391150"/>
            <a:ext cx="4619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B"/>
                </a:solidFill>
                <a:latin typeface="Noto Sans KR"/>
                <a:ea typeface="Noto Sans KR"/>
                <a:cs typeface="Noto Sans KR"/>
              </a:defRPr>
            </a:defPPr>
            <a:lvl1pPr algn="l">
              <a:defRPr sz="1725" b="0">
                <a:solidFill>
                  <a:srgbClr val="53636B"/>
                </a:solidFill>
                <a:latin typeface="Noto Sans KR"/>
                <a:ea typeface="Noto Sans KR"/>
                <a:cs typeface="Noto Sans KR"/>
              </a:defRPr>
            </a:lvl1pPr>
            <a:lvl2pPr algn="l">
              <a:defRPr sz="1725" b="0">
                <a:solidFill>
                  <a:srgbClr val="53636B"/>
                </a:solidFill>
                <a:latin typeface="Noto Sans KR"/>
                <a:ea typeface="Noto Sans KR"/>
                <a:cs typeface="Noto Sans KR"/>
              </a:defRPr>
            </a:lvl2pPr>
            <a:lvl3pPr algn="l">
              <a:defRPr sz="1725" b="0">
                <a:solidFill>
                  <a:srgbClr val="53636B"/>
                </a:solidFill>
                <a:latin typeface="Noto Sans KR"/>
                <a:ea typeface="Noto Sans KR"/>
                <a:cs typeface="Noto Sans KR"/>
              </a:defRPr>
            </a:lvl3pPr>
            <a:lvl4pPr algn="l">
              <a:defRPr sz="1725" b="0">
                <a:solidFill>
                  <a:srgbClr val="53636B"/>
                </a:solidFill>
                <a:latin typeface="Noto Sans KR"/>
                <a:ea typeface="Noto Sans KR"/>
                <a:cs typeface="Noto Sans KR"/>
              </a:defRPr>
            </a:lvl4pPr>
            <a:lvl5pPr algn="l">
              <a:defRPr sz="1725" b="0">
                <a:solidFill>
                  <a:srgbClr val="53636B"/>
                </a:solidFill>
                <a:latin typeface="Noto Sans KR"/>
                <a:ea typeface="Noto Sans KR"/>
                <a:cs typeface="Noto Sans KR"/>
              </a:defRPr>
            </a:lvl5pPr>
            <a:lvl6pPr algn="l">
              <a:defRPr sz="1725" b="0">
                <a:solidFill>
                  <a:srgbClr val="53636B"/>
                </a:solidFill>
                <a:latin typeface="Noto Sans KR"/>
                <a:ea typeface="Noto Sans KR"/>
                <a:cs typeface="Noto Sans KR"/>
              </a:defRPr>
            </a:lvl6pPr>
            <a:lvl7pPr algn="l">
              <a:defRPr sz="1725" b="0">
                <a:solidFill>
                  <a:srgbClr val="53636B"/>
                </a:solidFill>
                <a:latin typeface="Noto Sans KR"/>
                <a:ea typeface="Noto Sans KR"/>
                <a:cs typeface="Noto Sans KR"/>
              </a:defRPr>
            </a:lvl7pPr>
            <a:lvl8pPr algn="l">
              <a:defRPr sz="1725" b="0">
                <a:solidFill>
                  <a:srgbClr val="53636B"/>
                </a:solidFill>
                <a:latin typeface="Noto Sans KR"/>
                <a:ea typeface="Noto Sans KR"/>
                <a:cs typeface="Noto Sans KR"/>
              </a:defRPr>
            </a:lvl8pPr>
            <a:lvl9pPr algn="l">
              <a:defRPr sz="1725" b="0">
                <a:solidFill>
                  <a:srgbClr val="53636B"/>
                </a:solidFill>
                <a:latin typeface="Noto Sans KR"/>
                <a:ea typeface="Noto Sans KR"/>
                <a:cs typeface="Noto Sans KR"/>
              </a:defRPr>
            </a:lvl9pPr>
          </a:lstStyle>
          <a:p xmlns:a="http://schemas.openxmlformats.org/drawingml/2006/main">
            <a:pPr algn="l">
              <a:defRPr sz="1725" b="0">
                <a:solidFill>
                  <a:srgbClr val="53636B"/>
                </a:solidFill>
                <a:latin typeface="Noto Sans KR"/>
                <a:ea typeface="Noto Sans KR"/>
                <a:cs typeface="Noto Sans KR"/>
              </a:defRPr>
            </a:pPr>
            <a:r>
              <a:rPr sz="1725" b="0">
                <a:solidFill>
                  <a:srgbClr val="53636B"/>
                </a:solidFill>
                <a:latin typeface="Noto Sans KR"/>
                <a:ea typeface="Noto Sans KR"/>
                <a:cs typeface="Noto Sans KR"/>
              </a:rPr>
              <a:t>설비 구성 설명용 생성 이미지</a:t>
            </a:r>
          </a:p>
        </p:txBody>
      </p:sp>
      <p:sp>
        <p:nvSpPr>
          <p:cNvPr id="15" name="장비는 2026-10-10 등록 가격입니다. 실제 견적과 다를 수 있으며 수확량 증가 효과는 계산에 넣지 않았습니다.">
            <a:extLst xmlns:a="http://schemas.openxmlformats.org/drawingml/2006/main">
              <a:ext uri="{FF2B5EF4-FFF2-40B4-BE49-F238E27FC236}">
                <a16:creationId xmlns:a16="http://schemas.microsoft.com/office/drawing/2014/main" id="{DA83962A-BAFB-42B7-86CE-54030671822B}"/>
              </a:ext>
            </a:extLst>
          </p:cNvPr>
          <p:cNvSpPr>
            <a:spLocks xmlns:a="http://schemas.openxmlformats.org/drawingml/2006/main" noGrp="1"/>
          </p:cNvSpPr>
          <p:nvPr/>
        </p:nvSpPr>
        <p:spPr>
          <a:xfrm xmlns:a="http://schemas.openxmlformats.org/drawingml/2006/main">
            <a:off x="609600" y="59817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장비는 2026-10-10 등록 가격입니다. 실제 견적과 다를 수 있으며 수확량 증가 효과는 계산에 넣지 않았습니다.</a:t>
            </a:r>
          </a:p>
        </p:txBody>
      </p:sp>
    </p:spTree>
    <p:extLst>
      <p:ext uri="{BB962C8B-B14F-4D97-AF65-F5344CB8AC3E}">
        <p14:creationId xmlns:p14="http://schemas.microsoft.com/office/powerpoint/2010/main" val="20126956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기준 예시에서 비용을 뺀 연소득">
            <a:extLst xmlns:a="http://schemas.openxmlformats.org/drawingml/2006/main">
              <a:ext uri="{FF2B5EF4-FFF2-40B4-BE49-F238E27FC236}">
                <a16:creationId xmlns:a16="http://schemas.microsoft.com/office/drawing/2014/main" id="{3BB9708A-C378-4EB5-8382-C3BA5CA50092}"/>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기준 예시에서 비용을 뺀 연소득</a:t>
            </a:r>
          </a:p>
        </p:txBody>
      </p:sp>
      <p:sp>
        <p:nvSpPr>
          <p:cNvPr id="2" name="10">
            <a:extLst xmlns:a="http://schemas.openxmlformats.org/drawingml/2006/main">
              <a:ext uri="{FF2B5EF4-FFF2-40B4-BE49-F238E27FC236}">
                <a16:creationId xmlns:a16="http://schemas.microsoft.com/office/drawing/2014/main" id="{0861DCBB-686C-4D5B-87C9-F70CE9E534AD}"/>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10</a:t>
            </a:r>
          </a:p>
        </p:txBody>
      </p:sp>
      <p:sp>
        <p:nvSpPr>
          <p:cNvPr id="3" name="연 1작기 · 과거 집계 수량 3,344.5kg · 농가 수취단가 10,868원/kg">
            <a:extLst xmlns:a="http://schemas.openxmlformats.org/drawingml/2006/main">
              <a:ext uri="{FF2B5EF4-FFF2-40B4-BE49-F238E27FC236}">
                <a16:creationId xmlns:a16="http://schemas.microsoft.com/office/drawing/2014/main" id="{DB96FA91-9BEE-4CDB-95BA-E4354F69A6BB}"/>
              </a:ext>
            </a:extLst>
          </p:cNvPr>
          <p:cNvSpPr>
            <a:spLocks xmlns:a="http://schemas.openxmlformats.org/drawingml/2006/main" noGrp="1"/>
          </p:cNvSpPr>
          <p:nvPr/>
        </p:nvSpPr>
        <p:spPr>
          <a:xfrm xmlns:a="http://schemas.openxmlformats.org/drawingml/2006/main">
            <a:off x="609600" y="1619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36B"/>
                </a:solidFill>
                <a:latin typeface="Noto Sans KR"/>
                <a:ea typeface="Noto Sans KR"/>
                <a:cs typeface="Noto Sans KR"/>
              </a:defRPr>
            </a:defPPr>
            <a:lvl1pPr algn="l">
              <a:defRPr sz="1950" b="0">
                <a:solidFill>
                  <a:srgbClr val="53636B"/>
                </a:solidFill>
                <a:latin typeface="Noto Sans KR"/>
                <a:ea typeface="Noto Sans KR"/>
                <a:cs typeface="Noto Sans KR"/>
              </a:defRPr>
            </a:lvl1pPr>
            <a:lvl2pPr algn="l">
              <a:defRPr sz="1950" b="0">
                <a:solidFill>
                  <a:srgbClr val="53636B"/>
                </a:solidFill>
                <a:latin typeface="Noto Sans KR"/>
                <a:ea typeface="Noto Sans KR"/>
                <a:cs typeface="Noto Sans KR"/>
              </a:defRPr>
            </a:lvl2pPr>
            <a:lvl3pPr algn="l">
              <a:defRPr sz="1950" b="0">
                <a:solidFill>
                  <a:srgbClr val="53636B"/>
                </a:solidFill>
                <a:latin typeface="Noto Sans KR"/>
                <a:ea typeface="Noto Sans KR"/>
                <a:cs typeface="Noto Sans KR"/>
              </a:defRPr>
            </a:lvl3pPr>
            <a:lvl4pPr algn="l">
              <a:defRPr sz="1950" b="0">
                <a:solidFill>
                  <a:srgbClr val="53636B"/>
                </a:solidFill>
                <a:latin typeface="Noto Sans KR"/>
                <a:ea typeface="Noto Sans KR"/>
                <a:cs typeface="Noto Sans KR"/>
              </a:defRPr>
            </a:lvl4pPr>
            <a:lvl5pPr algn="l">
              <a:defRPr sz="1950" b="0">
                <a:solidFill>
                  <a:srgbClr val="53636B"/>
                </a:solidFill>
                <a:latin typeface="Noto Sans KR"/>
                <a:ea typeface="Noto Sans KR"/>
                <a:cs typeface="Noto Sans KR"/>
              </a:defRPr>
            </a:lvl5pPr>
            <a:lvl6pPr algn="l">
              <a:defRPr sz="1950" b="0">
                <a:solidFill>
                  <a:srgbClr val="53636B"/>
                </a:solidFill>
                <a:latin typeface="Noto Sans KR"/>
                <a:ea typeface="Noto Sans KR"/>
                <a:cs typeface="Noto Sans KR"/>
              </a:defRPr>
            </a:lvl6pPr>
            <a:lvl7pPr algn="l">
              <a:defRPr sz="1950" b="0">
                <a:solidFill>
                  <a:srgbClr val="53636B"/>
                </a:solidFill>
                <a:latin typeface="Noto Sans KR"/>
                <a:ea typeface="Noto Sans KR"/>
                <a:cs typeface="Noto Sans KR"/>
              </a:defRPr>
            </a:lvl7pPr>
            <a:lvl8pPr algn="l">
              <a:defRPr sz="1950" b="0">
                <a:solidFill>
                  <a:srgbClr val="53636B"/>
                </a:solidFill>
                <a:latin typeface="Noto Sans KR"/>
                <a:ea typeface="Noto Sans KR"/>
                <a:cs typeface="Noto Sans KR"/>
              </a:defRPr>
            </a:lvl8pPr>
            <a:lvl9pPr algn="l">
              <a:defRPr sz="1950" b="0">
                <a:solidFill>
                  <a:srgbClr val="53636B"/>
                </a:solidFill>
                <a:latin typeface="Noto Sans KR"/>
                <a:ea typeface="Noto Sans KR"/>
                <a:cs typeface="Noto Sans KR"/>
              </a:defRPr>
            </a:lvl9pPr>
          </a:lstStyle>
          <a:p xmlns:a="http://schemas.openxmlformats.org/drawingml/2006/main">
            <a:pPr algn="l">
              <a:defRPr sz="1950" b="0">
                <a:solidFill>
                  <a:srgbClr val="53636B"/>
                </a:solidFill>
                <a:latin typeface="Noto Sans KR"/>
                <a:ea typeface="Noto Sans KR"/>
                <a:cs typeface="Noto Sans KR"/>
              </a:defRPr>
            </a:pPr>
            <a:r>
              <a:rPr sz="1950" b="0">
                <a:solidFill>
                  <a:srgbClr val="53636B"/>
                </a:solidFill>
                <a:latin typeface="Noto Sans KR"/>
                <a:ea typeface="Noto Sans KR"/>
                <a:cs typeface="Noto Sans KR"/>
              </a:rPr>
              <a:t>연 1작기 · 과거 집계 수량 3,344.5kg · 농가 수취단가 10,868원/kg</a:t>
            </a:r>
          </a:p>
        </p:txBody>
      </p:sp>
      <p:sp>
        <p:nvSpPr>
          <p:cNvPr id="4" name="단위: 만원 · 반올림 표시">
            <a:extLst xmlns:a="http://schemas.openxmlformats.org/drawingml/2006/main">
              <a:ext uri="{FF2B5EF4-FFF2-40B4-BE49-F238E27FC236}">
                <a16:creationId xmlns:a16="http://schemas.microsoft.com/office/drawing/2014/main" id="{CAA1C5BD-99FF-4CAD-B162-9495612B5132}"/>
              </a:ext>
            </a:extLst>
          </p:cNvPr>
          <p:cNvSpPr>
            <a:spLocks xmlns:a="http://schemas.openxmlformats.org/drawingml/2006/main" noGrp="1"/>
          </p:cNvSpPr>
          <p:nvPr/>
        </p:nvSpPr>
        <p:spPr>
          <a:xfrm xmlns:a="http://schemas.openxmlformats.org/drawingml/2006/main">
            <a:off x="7772400" y="20859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53636B"/>
                </a:solidFill>
                <a:latin typeface="Noto Sans KR"/>
                <a:ea typeface="Noto Sans KR"/>
                <a:cs typeface="Noto Sans KR"/>
              </a:defRPr>
            </a:defPPr>
            <a:lvl1pPr algn="r">
              <a:defRPr sz="1800" b="0">
                <a:solidFill>
                  <a:srgbClr val="53636B"/>
                </a:solidFill>
                <a:latin typeface="Noto Sans KR"/>
                <a:ea typeface="Noto Sans KR"/>
                <a:cs typeface="Noto Sans KR"/>
              </a:defRPr>
            </a:lvl1pPr>
            <a:lvl2pPr algn="r">
              <a:defRPr sz="1800" b="0">
                <a:solidFill>
                  <a:srgbClr val="53636B"/>
                </a:solidFill>
                <a:latin typeface="Noto Sans KR"/>
                <a:ea typeface="Noto Sans KR"/>
                <a:cs typeface="Noto Sans KR"/>
              </a:defRPr>
            </a:lvl2pPr>
            <a:lvl3pPr algn="r">
              <a:defRPr sz="1800" b="0">
                <a:solidFill>
                  <a:srgbClr val="53636B"/>
                </a:solidFill>
                <a:latin typeface="Noto Sans KR"/>
                <a:ea typeface="Noto Sans KR"/>
                <a:cs typeface="Noto Sans KR"/>
              </a:defRPr>
            </a:lvl3pPr>
            <a:lvl4pPr algn="r">
              <a:defRPr sz="1800" b="0">
                <a:solidFill>
                  <a:srgbClr val="53636B"/>
                </a:solidFill>
                <a:latin typeface="Noto Sans KR"/>
                <a:ea typeface="Noto Sans KR"/>
                <a:cs typeface="Noto Sans KR"/>
              </a:defRPr>
            </a:lvl4pPr>
            <a:lvl5pPr algn="r">
              <a:defRPr sz="1800" b="0">
                <a:solidFill>
                  <a:srgbClr val="53636B"/>
                </a:solidFill>
                <a:latin typeface="Noto Sans KR"/>
                <a:ea typeface="Noto Sans KR"/>
                <a:cs typeface="Noto Sans KR"/>
              </a:defRPr>
            </a:lvl5pPr>
            <a:lvl6pPr algn="r">
              <a:defRPr sz="1800" b="0">
                <a:solidFill>
                  <a:srgbClr val="53636B"/>
                </a:solidFill>
                <a:latin typeface="Noto Sans KR"/>
                <a:ea typeface="Noto Sans KR"/>
                <a:cs typeface="Noto Sans KR"/>
              </a:defRPr>
            </a:lvl6pPr>
            <a:lvl7pPr algn="r">
              <a:defRPr sz="1800" b="0">
                <a:solidFill>
                  <a:srgbClr val="53636B"/>
                </a:solidFill>
                <a:latin typeface="Noto Sans KR"/>
                <a:ea typeface="Noto Sans KR"/>
                <a:cs typeface="Noto Sans KR"/>
              </a:defRPr>
            </a:lvl7pPr>
            <a:lvl8pPr algn="r">
              <a:defRPr sz="1800" b="0">
                <a:solidFill>
                  <a:srgbClr val="53636B"/>
                </a:solidFill>
                <a:latin typeface="Noto Sans KR"/>
                <a:ea typeface="Noto Sans KR"/>
                <a:cs typeface="Noto Sans KR"/>
              </a:defRPr>
            </a:lvl8pPr>
            <a:lvl9pPr algn="r">
              <a:defRPr sz="1800" b="0">
                <a:solidFill>
                  <a:srgbClr val="53636B"/>
                </a:solidFill>
                <a:latin typeface="Noto Sans KR"/>
                <a:ea typeface="Noto Sans KR"/>
                <a:cs typeface="Noto Sans KR"/>
              </a:defRPr>
            </a:lvl9pPr>
          </a:lstStyle>
          <a:p xmlns:a="http://schemas.openxmlformats.org/drawingml/2006/main">
            <a:pPr algn="r">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단위: 만원 · 반올림 표시</a:t>
            </a:r>
          </a:p>
        </p:txBody>
      </p:sp>
      <p:sp>
        <p:nvSpPr>
          <p:cNvPr id="5" name="매출">
            <a:extLst xmlns:a="http://schemas.openxmlformats.org/drawingml/2006/main">
              <a:ext uri="{FF2B5EF4-FFF2-40B4-BE49-F238E27FC236}">
                <a16:creationId xmlns:a16="http://schemas.microsoft.com/office/drawing/2014/main" id="{3F9E9FA7-D153-45FA-B280-4EC307FFDA84}"/>
              </a:ext>
            </a:extLst>
          </p:cNvPr>
          <p:cNvSpPr>
            <a:spLocks xmlns:a="http://schemas.openxmlformats.org/drawingml/2006/main" noGrp="1"/>
          </p:cNvSpPr>
          <p:nvPr/>
        </p:nvSpPr>
        <p:spPr>
          <a:xfrm xmlns:a="http://schemas.openxmlformats.org/drawingml/2006/main">
            <a:off x="609600" y="2571750"/>
            <a:ext cx="3400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매출</a:t>
            </a:r>
          </a:p>
        </p:txBody>
      </p:sp>
      <p:sp>
        <p:nvSpPr>
          <p:cNvPr id="6" name="3,634.80">
            <a:extLst xmlns:a="http://schemas.openxmlformats.org/drawingml/2006/main">
              <a:ext uri="{FF2B5EF4-FFF2-40B4-BE49-F238E27FC236}">
                <a16:creationId xmlns:a16="http://schemas.microsoft.com/office/drawing/2014/main" id="{DD0673CC-5D35-4424-A266-F065AD971F92}"/>
              </a:ext>
            </a:extLst>
          </p:cNvPr>
          <p:cNvSpPr>
            <a:spLocks xmlns:a="http://schemas.openxmlformats.org/drawingml/2006/main" noGrp="1"/>
          </p:cNvSpPr>
          <p:nvPr/>
        </p:nvSpPr>
        <p:spPr>
          <a:xfrm xmlns:a="http://schemas.openxmlformats.org/drawingml/2006/main">
            <a:off x="609600" y="3133725"/>
            <a:ext cx="3638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52B33"/>
                </a:solidFill>
                <a:latin typeface="Noto Sans KR"/>
                <a:ea typeface="Noto Sans KR"/>
                <a:cs typeface="Noto Sans KR"/>
              </a:defRPr>
            </a:defPPr>
            <a:lvl1pPr algn="l">
              <a:defRPr sz="3525" b="1">
                <a:solidFill>
                  <a:srgbClr val="152B33"/>
                </a:solidFill>
                <a:latin typeface="Noto Sans KR"/>
                <a:ea typeface="Noto Sans KR"/>
                <a:cs typeface="Noto Sans KR"/>
              </a:defRPr>
            </a:lvl1pPr>
            <a:lvl2pPr algn="l">
              <a:defRPr sz="3525" b="1">
                <a:solidFill>
                  <a:srgbClr val="152B33"/>
                </a:solidFill>
                <a:latin typeface="Noto Sans KR"/>
                <a:ea typeface="Noto Sans KR"/>
                <a:cs typeface="Noto Sans KR"/>
              </a:defRPr>
            </a:lvl2pPr>
            <a:lvl3pPr algn="l">
              <a:defRPr sz="3525" b="1">
                <a:solidFill>
                  <a:srgbClr val="152B33"/>
                </a:solidFill>
                <a:latin typeface="Noto Sans KR"/>
                <a:ea typeface="Noto Sans KR"/>
                <a:cs typeface="Noto Sans KR"/>
              </a:defRPr>
            </a:lvl3pPr>
            <a:lvl4pPr algn="l">
              <a:defRPr sz="3525" b="1">
                <a:solidFill>
                  <a:srgbClr val="152B33"/>
                </a:solidFill>
                <a:latin typeface="Noto Sans KR"/>
                <a:ea typeface="Noto Sans KR"/>
                <a:cs typeface="Noto Sans KR"/>
              </a:defRPr>
            </a:lvl4pPr>
            <a:lvl5pPr algn="l">
              <a:defRPr sz="3525" b="1">
                <a:solidFill>
                  <a:srgbClr val="152B33"/>
                </a:solidFill>
                <a:latin typeface="Noto Sans KR"/>
                <a:ea typeface="Noto Sans KR"/>
                <a:cs typeface="Noto Sans KR"/>
              </a:defRPr>
            </a:lvl5pPr>
            <a:lvl6pPr algn="l">
              <a:defRPr sz="3525" b="1">
                <a:solidFill>
                  <a:srgbClr val="152B33"/>
                </a:solidFill>
                <a:latin typeface="Noto Sans KR"/>
                <a:ea typeface="Noto Sans KR"/>
                <a:cs typeface="Noto Sans KR"/>
              </a:defRPr>
            </a:lvl6pPr>
            <a:lvl7pPr algn="l">
              <a:defRPr sz="3525" b="1">
                <a:solidFill>
                  <a:srgbClr val="152B33"/>
                </a:solidFill>
                <a:latin typeface="Noto Sans KR"/>
                <a:ea typeface="Noto Sans KR"/>
                <a:cs typeface="Noto Sans KR"/>
              </a:defRPr>
            </a:lvl7pPr>
            <a:lvl8pPr algn="l">
              <a:defRPr sz="3525" b="1">
                <a:solidFill>
                  <a:srgbClr val="152B33"/>
                </a:solidFill>
                <a:latin typeface="Noto Sans KR"/>
                <a:ea typeface="Noto Sans KR"/>
                <a:cs typeface="Noto Sans KR"/>
              </a:defRPr>
            </a:lvl8pPr>
            <a:lvl9pPr algn="l">
              <a:defRPr sz="3525" b="1">
                <a:solidFill>
                  <a:srgbClr val="152B33"/>
                </a:solidFill>
                <a:latin typeface="Noto Sans KR"/>
                <a:ea typeface="Noto Sans KR"/>
                <a:cs typeface="Noto Sans KR"/>
              </a:defRPr>
            </a:lvl9pPr>
          </a:lstStyle>
          <a:p xmlns:a="http://schemas.openxmlformats.org/drawingml/2006/main">
            <a:pPr algn="l">
              <a:defRPr sz="3525" b="1">
                <a:solidFill>
                  <a:srgbClr val="152B33"/>
                </a:solidFill>
                <a:latin typeface="Noto Sans KR"/>
                <a:ea typeface="Noto Sans KR"/>
                <a:cs typeface="Noto Sans KR"/>
              </a:defRPr>
            </a:pPr>
            <a:r>
              <a:rPr sz="3525" b="1">
                <a:solidFill>
                  <a:srgbClr val="152B33"/>
                </a:solidFill>
                <a:latin typeface="Noto Sans KR"/>
                <a:ea typeface="Noto Sans KR"/>
                <a:cs typeface="Noto Sans KR"/>
              </a:rPr>
              <a:t>3,634.80</a:t>
            </a:r>
          </a:p>
        </p:txBody>
      </p:sp>
      <p:sp>
        <p:nvSpPr>
          <p:cNvPr id="7" name="경영비">
            <a:extLst xmlns:a="http://schemas.openxmlformats.org/drawingml/2006/main">
              <a:ext uri="{FF2B5EF4-FFF2-40B4-BE49-F238E27FC236}">
                <a16:creationId xmlns:a16="http://schemas.microsoft.com/office/drawing/2014/main" id="{5C123337-F86B-4637-954F-C443D675BEDC}"/>
              </a:ext>
            </a:extLst>
          </p:cNvPr>
          <p:cNvSpPr>
            <a:spLocks xmlns:a="http://schemas.openxmlformats.org/drawingml/2006/main" noGrp="1"/>
          </p:cNvSpPr>
          <p:nvPr/>
        </p:nvSpPr>
        <p:spPr>
          <a:xfrm xmlns:a="http://schemas.openxmlformats.org/drawingml/2006/main">
            <a:off x="4000500" y="2571750"/>
            <a:ext cx="3400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경영비</a:t>
            </a:r>
          </a:p>
        </p:txBody>
      </p:sp>
      <p:sp>
        <p:nvSpPr>
          <p:cNvPr id="8" name="−2,078.30">
            <a:extLst xmlns:a="http://schemas.openxmlformats.org/drawingml/2006/main">
              <a:ext uri="{FF2B5EF4-FFF2-40B4-BE49-F238E27FC236}">
                <a16:creationId xmlns:a16="http://schemas.microsoft.com/office/drawing/2014/main" id="{17328CD9-CDB2-43A0-AE50-FF2FFB4BD0C6}"/>
              </a:ext>
            </a:extLst>
          </p:cNvPr>
          <p:cNvSpPr>
            <a:spLocks xmlns:a="http://schemas.openxmlformats.org/drawingml/2006/main" noGrp="1"/>
          </p:cNvSpPr>
          <p:nvPr/>
        </p:nvSpPr>
        <p:spPr>
          <a:xfrm xmlns:a="http://schemas.openxmlformats.org/drawingml/2006/main">
            <a:off x="4000500" y="3133725"/>
            <a:ext cx="3638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BD5232"/>
                </a:solidFill>
                <a:latin typeface="Noto Sans KR"/>
                <a:ea typeface="Noto Sans KR"/>
                <a:cs typeface="Noto Sans KR"/>
              </a:defRPr>
            </a:defPPr>
            <a:lvl1pPr algn="l">
              <a:defRPr sz="3525" b="1">
                <a:solidFill>
                  <a:srgbClr val="BD5232"/>
                </a:solidFill>
                <a:latin typeface="Noto Sans KR"/>
                <a:ea typeface="Noto Sans KR"/>
                <a:cs typeface="Noto Sans KR"/>
              </a:defRPr>
            </a:lvl1pPr>
            <a:lvl2pPr algn="l">
              <a:defRPr sz="3525" b="1">
                <a:solidFill>
                  <a:srgbClr val="BD5232"/>
                </a:solidFill>
                <a:latin typeface="Noto Sans KR"/>
                <a:ea typeface="Noto Sans KR"/>
                <a:cs typeface="Noto Sans KR"/>
              </a:defRPr>
            </a:lvl2pPr>
            <a:lvl3pPr algn="l">
              <a:defRPr sz="3525" b="1">
                <a:solidFill>
                  <a:srgbClr val="BD5232"/>
                </a:solidFill>
                <a:latin typeface="Noto Sans KR"/>
                <a:ea typeface="Noto Sans KR"/>
                <a:cs typeface="Noto Sans KR"/>
              </a:defRPr>
            </a:lvl3pPr>
            <a:lvl4pPr algn="l">
              <a:defRPr sz="3525" b="1">
                <a:solidFill>
                  <a:srgbClr val="BD5232"/>
                </a:solidFill>
                <a:latin typeface="Noto Sans KR"/>
                <a:ea typeface="Noto Sans KR"/>
                <a:cs typeface="Noto Sans KR"/>
              </a:defRPr>
            </a:lvl4pPr>
            <a:lvl5pPr algn="l">
              <a:defRPr sz="3525" b="1">
                <a:solidFill>
                  <a:srgbClr val="BD5232"/>
                </a:solidFill>
                <a:latin typeface="Noto Sans KR"/>
                <a:ea typeface="Noto Sans KR"/>
                <a:cs typeface="Noto Sans KR"/>
              </a:defRPr>
            </a:lvl5pPr>
            <a:lvl6pPr algn="l">
              <a:defRPr sz="3525" b="1">
                <a:solidFill>
                  <a:srgbClr val="BD5232"/>
                </a:solidFill>
                <a:latin typeface="Noto Sans KR"/>
                <a:ea typeface="Noto Sans KR"/>
                <a:cs typeface="Noto Sans KR"/>
              </a:defRPr>
            </a:lvl6pPr>
            <a:lvl7pPr algn="l">
              <a:defRPr sz="3525" b="1">
                <a:solidFill>
                  <a:srgbClr val="BD5232"/>
                </a:solidFill>
                <a:latin typeface="Noto Sans KR"/>
                <a:ea typeface="Noto Sans KR"/>
                <a:cs typeface="Noto Sans KR"/>
              </a:defRPr>
            </a:lvl7pPr>
            <a:lvl8pPr algn="l">
              <a:defRPr sz="3525" b="1">
                <a:solidFill>
                  <a:srgbClr val="BD5232"/>
                </a:solidFill>
                <a:latin typeface="Noto Sans KR"/>
                <a:ea typeface="Noto Sans KR"/>
                <a:cs typeface="Noto Sans KR"/>
              </a:defRPr>
            </a:lvl8pPr>
            <a:lvl9pPr algn="l">
              <a:defRPr sz="3525" b="1">
                <a:solidFill>
                  <a:srgbClr val="BD5232"/>
                </a:solidFill>
                <a:latin typeface="Noto Sans KR"/>
                <a:ea typeface="Noto Sans KR"/>
                <a:cs typeface="Noto Sans KR"/>
              </a:defRPr>
            </a:lvl9pPr>
          </a:lstStyle>
          <a:p xmlns:a="http://schemas.openxmlformats.org/drawingml/2006/main">
            <a:pPr algn="l">
              <a:defRPr sz="3525" b="1">
                <a:solidFill>
                  <a:srgbClr val="BD5232"/>
                </a:solidFill>
                <a:latin typeface="Noto Sans KR"/>
                <a:ea typeface="Noto Sans KR"/>
                <a:cs typeface="Noto Sans KR"/>
              </a:defRPr>
            </a:pPr>
            <a:r>
              <a:rPr sz="3525" b="1">
                <a:solidFill>
                  <a:srgbClr val="BD5232"/>
                </a:solidFill>
                <a:latin typeface="Noto Sans KR"/>
                <a:ea typeface="Noto Sans KR"/>
                <a:cs typeface="Noto Sans KR"/>
              </a:rPr>
              <a:t>−2,078.30</a:t>
            </a:r>
          </a:p>
        </p:txBody>
      </p:sp>
      <p:sp>
        <p:nvSpPr>
          <p:cNvPr id="9" name="가족노동 기회비용">
            <a:extLst xmlns:a="http://schemas.openxmlformats.org/drawingml/2006/main">
              <a:ext uri="{FF2B5EF4-FFF2-40B4-BE49-F238E27FC236}">
                <a16:creationId xmlns:a16="http://schemas.microsoft.com/office/drawing/2014/main" id="{81909824-943A-4B02-BE9C-6F1B4223755D}"/>
              </a:ext>
            </a:extLst>
          </p:cNvPr>
          <p:cNvSpPr>
            <a:spLocks xmlns:a="http://schemas.openxmlformats.org/drawingml/2006/main" noGrp="1"/>
          </p:cNvSpPr>
          <p:nvPr/>
        </p:nvSpPr>
        <p:spPr>
          <a:xfrm xmlns:a="http://schemas.openxmlformats.org/drawingml/2006/main">
            <a:off x="7705725" y="2571750"/>
            <a:ext cx="3400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가족노동 기회비용</a:t>
            </a:r>
          </a:p>
        </p:txBody>
      </p:sp>
      <p:sp>
        <p:nvSpPr>
          <p:cNvPr id="10" name="−1,209.83">
            <a:extLst xmlns:a="http://schemas.openxmlformats.org/drawingml/2006/main">
              <a:ext uri="{FF2B5EF4-FFF2-40B4-BE49-F238E27FC236}">
                <a16:creationId xmlns:a16="http://schemas.microsoft.com/office/drawing/2014/main" id="{23ABE360-9D88-4E8E-84A2-3D596B14F4FF}"/>
              </a:ext>
            </a:extLst>
          </p:cNvPr>
          <p:cNvSpPr>
            <a:spLocks xmlns:a="http://schemas.openxmlformats.org/drawingml/2006/main" noGrp="1"/>
          </p:cNvSpPr>
          <p:nvPr/>
        </p:nvSpPr>
        <p:spPr>
          <a:xfrm xmlns:a="http://schemas.openxmlformats.org/drawingml/2006/main">
            <a:off x="7705725" y="3133725"/>
            <a:ext cx="3638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BD5232"/>
                </a:solidFill>
                <a:latin typeface="Noto Sans KR"/>
                <a:ea typeface="Noto Sans KR"/>
                <a:cs typeface="Noto Sans KR"/>
              </a:defRPr>
            </a:defPPr>
            <a:lvl1pPr algn="l">
              <a:defRPr sz="3525" b="1">
                <a:solidFill>
                  <a:srgbClr val="BD5232"/>
                </a:solidFill>
                <a:latin typeface="Noto Sans KR"/>
                <a:ea typeface="Noto Sans KR"/>
                <a:cs typeface="Noto Sans KR"/>
              </a:defRPr>
            </a:lvl1pPr>
            <a:lvl2pPr algn="l">
              <a:defRPr sz="3525" b="1">
                <a:solidFill>
                  <a:srgbClr val="BD5232"/>
                </a:solidFill>
                <a:latin typeface="Noto Sans KR"/>
                <a:ea typeface="Noto Sans KR"/>
                <a:cs typeface="Noto Sans KR"/>
              </a:defRPr>
            </a:lvl2pPr>
            <a:lvl3pPr algn="l">
              <a:defRPr sz="3525" b="1">
                <a:solidFill>
                  <a:srgbClr val="BD5232"/>
                </a:solidFill>
                <a:latin typeface="Noto Sans KR"/>
                <a:ea typeface="Noto Sans KR"/>
                <a:cs typeface="Noto Sans KR"/>
              </a:defRPr>
            </a:lvl3pPr>
            <a:lvl4pPr algn="l">
              <a:defRPr sz="3525" b="1">
                <a:solidFill>
                  <a:srgbClr val="BD5232"/>
                </a:solidFill>
                <a:latin typeface="Noto Sans KR"/>
                <a:ea typeface="Noto Sans KR"/>
                <a:cs typeface="Noto Sans KR"/>
              </a:defRPr>
            </a:lvl4pPr>
            <a:lvl5pPr algn="l">
              <a:defRPr sz="3525" b="1">
                <a:solidFill>
                  <a:srgbClr val="BD5232"/>
                </a:solidFill>
                <a:latin typeface="Noto Sans KR"/>
                <a:ea typeface="Noto Sans KR"/>
                <a:cs typeface="Noto Sans KR"/>
              </a:defRPr>
            </a:lvl5pPr>
            <a:lvl6pPr algn="l">
              <a:defRPr sz="3525" b="1">
                <a:solidFill>
                  <a:srgbClr val="BD5232"/>
                </a:solidFill>
                <a:latin typeface="Noto Sans KR"/>
                <a:ea typeface="Noto Sans KR"/>
                <a:cs typeface="Noto Sans KR"/>
              </a:defRPr>
            </a:lvl6pPr>
            <a:lvl7pPr algn="l">
              <a:defRPr sz="3525" b="1">
                <a:solidFill>
                  <a:srgbClr val="BD5232"/>
                </a:solidFill>
                <a:latin typeface="Noto Sans KR"/>
                <a:ea typeface="Noto Sans KR"/>
                <a:cs typeface="Noto Sans KR"/>
              </a:defRPr>
            </a:lvl7pPr>
            <a:lvl8pPr algn="l">
              <a:defRPr sz="3525" b="1">
                <a:solidFill>
                  <a:srgbClr val="BD5232"/>
                </a:solidFill>
                <a:latin typeface="Noto Sans KR"/>
                <a:ea typeface="Noto Sans KR"/>
                <a:cs typeface="Noto Sans KR"/>
              </a:defRPr>
            </a:lvl8pPr>
            <a:lvl9pPr algn="l">
              <a:defRPr sz="3525" b="1">
                <a:solidFill>
                  <a:srgbClr val="BD5232"/>
                </a:solidFill>
                <a:latin typeface="Noto Sans KR"/>
                <a:ea typeface="Noto Sans KR"/>
                <a:cs typeface="Noto Sans KR"/>
              </a:defRPr>
            </a:lvl9pPr>
          </a:lstStyle>
          <a:p xmlns:a="http://schemas.openxmlformats.org/drawingml/2006/main">
            <a:pPr algn="l">
              <a:defRPr sz="3525" b="1">
                <a:solidFill>
                  <a:srgbClr val="BD5232"/>
                </a:solidFill>
                <a:latin typeface="Noto Sans KR"/>
                <a:ea typeface="Noto Sans KR"/>
                <a:cs typeface="Noto Sans KR"/>
              </a:defRPr>
            </a:pPr>
            <a:r>
              <a:rPr sz="3525" b="1">
                <a:solidFill>
                  <a:srgbClr val="BD5232"/>
                </a:solidFill>
                <a:latin typeface="Noto Sans KR"/>
                <a:ea typeface="Noto Sans KR"/>
                <a:cs typeface="Noto Sans KR"/>
              </a:rPr>
              <a:t>−1,209.83</a:t>
            </a:r>
          </a:p>
        </p:txBody>
      </p:sp>
      <p:sp>
        <p:nvSpPr>
          <p:cNvPr id="11" name="">
            <a:extLst xmlns:a="http://schemas.openxmlformats.org/drawingml/2006/main">
              <a:ext uri="{FF2B5EF4-FFF2-40B4-BE49-F238E27FC236}">
                <a16:creationId xmlns:a16="http://schemas.microsoft.com/office/drawing/2014/main" id="{7B547AE5-A216-4F07-97A1-337186E9AEA3}"/>
              </a:ext>
            </a:extLst>
          </p:cNvPr>
          <p:cNvSpPr>
            <a:spLocks xmlns:a="http://schemas.openxmlformats.org/drawingml/2006/main" noGrp="1"/>
          </p:cNvSpPr>
          <p:nvPr/>
        </p:nvSpPr>
        <p:spPr>
          <a:xfrm xmlns:a="http://schemas.openxmlformats.org/drawingml/2006/main">
            <a:off x="609600" y="4257675"/>
            <a:ext cx="10972800" cy="0"/>
          </a:xfrm>
          <a:prstGeom xmlns:a="http://schemas.openxmlformats.org/drawingml/2006/main" prst="line">
            <a:avLst/>
          </a:prstGeom>
          <a:ln xmlns:a="http://schemas.openxmlformats.org/drawingml/2006/main" w="14288">
            <a:solidFill>
              <a:srgbClr val="152B33"/>
            </a:solidFill>
          </a:ln>
        </p:spPr>
      </p:sp>
      <p:sp>
        <p:nvSpPr>
          <p:cNvPr id="12" name="가족노동 차감 후 연소득">
            <a:extLst xmlns:a="http://schemas.openxmlformats.org/drawingml/2006/main">
              <a:ext uri="{FF2B5EF4-FFF2-40B4-BE49-F238E27FC236}">
                <a16:creationId xmlns:a16="http://schemas.microsoft.com/office/drawing/2014/main" id="{20980D73-0887-4BE7-B270-646D22470EF5}"/>
              </a:ext>
            </a:extLst>
          </p:cNvPr>
          <p:cNvSpPr>
            <a:spLocks xmlns:a="http://schemas.openxmlformats.org/drawingml/2006/main" noGrp="1"/>
          </p:cNvSpPr>
          <p:nvPr/>
        </p:nvSpPr>
        <p:spPr>
          <a:xfrm xmlns:a="http://schemas.openxmlformats.org/drawingml/2006/main">
            <a:off x="609600" y="4629150"/>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가족노동 차감 후 연소득</a:t>
            </a:r>
          </a:p>
        </p:txBody>
      </p:sp>
      <p:sp>
        <p:nvSpPr>
          <p:cNvPr id="13" name="346.68만원">
            <a:extLst xmlns:a="http://schemas.openxmlformats.org/drawingml/2006/main">
              <a:ext uri="{FF2B5EF4-FFF2-40B4-BE49-F238E27FC236}">
                <a16:creationId xmlns:a16="http://schemas.microsoft.com/office/drawing/2014/main" id="{62F0495B-C16D-4351-B4D4-C8F803ED6156}"/>
              </a:ext>
            </a:extLst>
          </p:cNvPr>
          <p:cNvSpPr>
            <a:spLocks xmlns:a="http://schemas.openxmlformats.org/drawingml/2006/main" noGrp="1"/>
          </p:cNvSpPr>
          <p:nvPr/>
        </p:nvSpPr>
        <p:spPr>
          <a:xfrm xmlns:a="http://schemas.openxmlformats.org/drawingml/2006/main">
            <a:off x="7181850" y="4514850"/>
            <a:ext cx="4400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650" b="1">
                <a:solidFill>
                  <a:srgbClr val="17785B"/>
                </a:solidFill>
                <a:latin typeface="Noto Sans KR"/>
                <a:ea typeface="Noto Sans KR"/>
                <a:cs typeface="Noto Sans KR"/>
              </a:defRPr>
            </a:defPPr>
            <a:lvl1pPr algn="r">
              <a:defRPr sz="4650" b="1">
                <a:solidFill>
                  <a:srgbClr val="17785B"/>
                </a:solidFill>
                <a:latin typeface="Noto Sans KR"/>
                <a:ea typeface="Noto Sans KR"/>
                <a:cs typeface="Noto Sans KR"/>
              </a:defRPr>
            </a:lvl1pPr>
            <a:lvl2pPr algn="r">
              <a:defRPr sz="4650" b="1">
                <a:solidFill>
                  <a:srgbClr val="17785B"/>
                </a:solidFill>
                <a:latin typeface="Noto Sans KR"/>
                <a:ea typeface="Noto Sans KR"/>
                <a:cs typeface="Noto Sans KR"/>
              </a:defRPr>
            </a:lvl2pPr>
            <a:lvl3pPr algn="r">
              <a:defRPr sz="4650" b="1">
                <a:solidFill>
                  <a:srgbClr val="17785B"/>
                </a:solidFill>
                <a:latin typeface="Noto Sans KR"/>
                <a:ea typeface="Noto Sans KR"/>
                <a:cs typeface="Noto Sans KR"/>
              </a:defRPr>
            </a:lvl3pPr>
            <a:lvl4pPr algn="r">
              <a:defRPr sz="4650" b="1">
                <a:solidFill>
                  <a:srgbClr val="17785B"/>
                </a:solidFill>
                <a:latin typeface="Noto Sans KR"/>
                <a:ea typeface="Noto Sans KR"/>
                <a:cs typeface="Noto Sans KR"/>
              </a:defRPr>
            </a:lvl4pPr>
            <a:lvl5pPr algn="r">
              <a:defRPr sz="4650" b="1">
                <a:solidFill>
                  <a:srgbClr val="17785B"/>
                </a:solidFill>
                <a:latin typeface="Noto Sans KR"/>
                <a:ea typeface="Noto Sans KR"/>
                <a:cs typeface="Noto Sans KR"/>
              </a:defRPr>
            </a:lvl5pPr>
            <a:lvl6pPr algn="r">
              <a:defRPr sz="4650" b="1">
                <a:solidFill>
                  <a:srgbClr val="17785B"/>
                </a:solidFill>
                <a:latin typeface="Noto Sans KR"/>
                <a:ea typeface="Noto Sans KR"/>
                <a:cs typeface="Noto Sans KR"/>
              </a:defRPr>
            </a:lvl6pPr>
            <a:lvl7pPr algn="r">
              <a:defRPr sz="4650" b="1">
                <a:solidFill>
                  <a:srgbClr val="17785B"/>
                </a:solidFill>
                <a:latin typeface="Noto Sans KR"/>
                <a:ea typeface="Noto Sans KR"/>
                <a:cs typeface="Noto Sans KR"/>
              </a:defRPr>
            </a:lvl7pPr>
            <a:lvl8pPr algn="r">
              <a:defRPr sz="4650" b="1">
                <a:solidFill>
                  <a:srgbClr val="17785B"/>
                </a:solidFill>
                <a:latin typeface="Noto Sans KR"/>
                <a:ea typeface="Noto Sans KR"/>
                <a:cs typeface="Noto Sans KR"/>
              </a:defRPr>
            </a:lvl8pPr>
            <a:lvl9pPr algn="r">
              <a:defRPr sz="4650" b="1">
                <a:solidFill>
                  <a:srgbClr val="17785B"/>
                </a:solidFill>
                <a:latin typeface="Noto Sans KR"/>
                <a:ea typeface="Noto Sans KR"/>
                <a:cs typeface="Noto Sans KR"/>
              </a:defRPr>
            </a:lvl9pPr>
          </a:lstStyle>
          <a:p xmlns:a="http://schemas.openxmlformats.org/drawingml/2006/main">
            <a:pPr algn="r">
              <a:defRPr sz="4650" b="1">
                <a:solidFill>
                  <a:srgbClr val="17785B"/>
                </a:solidFill>
                <a:latin typeface="Noto Sans KR"/>
                <a:ea typeface="Noto Sans KR"/>
                <a:cs typeface="Noto Sans KR"/>
              </a:defRPr>
            </a:pPr>
            <a:r>
              <a:rPr sz="4650" b="1">
                <a:solidFill>
                  <a:srgbClr val="17785B"/>
                </a:solidFill>
                <a:latin typeface="Noto Sans KR"/>
                <a:ea typeface="Noto Sans KR"/>
                <a:cs typeface="Noto Sans KR"/>
              </a:rPr>
              <a:t>346.68만원</a:t>
            </a:r>
          </a:p>
        </p:txBody>
      </p:sp>
      <p:sp>
        <p:nvSpPr>
          <p:cNvPr id="14" name="경영비에는 감가상각이 포함됩니다. 이 예시는 과거 집계 2행의 수량 중앙값으로 계산한 시연입니다.&#10;개별 농가의 모델 예측값이나">
            <a:extLst xmlns:a="http://schemas.openxmlformats.org/drawingml/2006/main">
              <a:ext uri="{FF2B5EF4-FFF2-40B4-BE49-F238E27FC236}">
                <a16:creationId xmlns:a16="http://schemas.microsoft.com/office/drawing/2014/main" id="{6A08DF2C-7213-431F-825F-2B978E1AF67C}"/>
              </a:ext>
            </a:extLst>
          </p:cNvPr>
          <p:cNvSpPr>
            <a:spLocks xmlns:a="http://schemas.openxmlformats.org/drawingml/2006/main" noGrp="1"/>
          </p:cNvSpPr>
          <p:nvPr/>
        </p:nvSpPr>
        <p:spPr>
          <a:xfrm xmlns:a="http://schemas.openxmlformats.org/drawingml/2006/main">
            <a:off x="609600" y="56959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경영비에는 감가상각이 포함됩니다. 이 예시는 과거 집계 2행의 수량 중앙값으로 계산한 시연입니다.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개별 농가의 모델 예측값이나 보장 수익이 아닙니다.</a:t>
            </a:r>
          </a:p>
        </p:txBody>
      </p:sp>
    </p:spTree>
    <p:extLst>
      <p:ext uri="{BB962C8B-B14F-4D97-AF65-F5344CB8AC3E}">
        <p14:creationId xmlns:p14="http://schemas.microsoft.com/office/powerpoint/2010/main" val="10016132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가격·수량·비용에 따른 소득·회수기간">
            <a:extLst xmlns:a="http://schemas.openxmlformats.org/drawingml/2006/main">
              <a:ext uri="{FF2B5EF4-FFF2-40B4-BE49-F238E27FC236}">
                <a16:creationId xmlns:a16="http://schemas.microsoft.com/office/drawing/2014/main" id="{E07157B8-B2CE-463C-B863-1260DF123211}"/>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가격·수량·비용에 따른 소득·회수기간</a:t>
            </a:r>
          </a:p>
        </p:txBody>
      </p:sp>
      <p:sp>
        <p:nvSpPr>
          <p:cNvPr id="2" name="11">
            <a:extLst xmlns:a="http://schemas.openxmlformats.org/drawingml/2006/main">
              <a:ext uri="{FF2B5EF4-FFF2-40B4-BE49-F238E27FC236}">
                <a16:creationId xmlns:a16="http://schemas.microsoft.com/office/drawing/2014/main" id="{EA56F118-3AEE-4D62-8865-5CA6C7CB8F04}"/>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11</a:t>
            </a:r>
          </a:p>
        </p:txBody>
      </p:sp>
      <p:sp>
        <p:nvSpPr>
          <p:cNvPr id="3" name="가족노동 차감 후 연소득 · 만원">
            <a:extLst xmlns:a="http://schemas.openxmlformats.org/drawingml/2006/main">
              <a:ext uri="{FF2B5EF4-FFF2-40B4-BE49-F238E27FC236}">
                <a16:creationId xmlns:a16="http://schemas.microsoft.com/office/drawing/2014/main" id="{841D41D0-1ABE-49CC-8453-8AED8E459A9A}"/>
              </a:ext>
            </a:extLst>
          </p:cNvPr>
          <p:cNvSpPr>
            <a:spLocks xmlns:a="http://schemas.openxmlformats.org/drawingml/2006/main" noGrp="1"/>
          </p:cNvSpPr>
          <p:nvPr/>
        </p:nvSpPr>
        <p:spPr>
          <a:xfrm xmlns:a="http://schemas.openxmlformats.org/drawingml/2006/main">
            <a:off x="609600" y="1676400"/>
            <a:ext cx="7096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가족노동 차감 후 연소득 · 만원</a:t>
            </a:r>
          </a:p>
        </p:txBody>
      </p:sp>
      <p:graphicFrame>
        <p:nvGraphicFramePr>
          <p:cNvPr id="4" name="Chart">
            <a:extLst xmlns:a="http://schemas.openxmlformats.org/drawingml/2006/main">
              <a:ext uri="{FF2B5EF4-FFF2-40B4-BE49-F238E27FC236}">
                <a16:creationId xmlns:a16="http://schemas.microsoft.com/office/drawing/2014/main" id="{65ABE009-E684-4B66-B25B-E3EDB15517A6}"/>
              </a:ext>
            </a:extLst>
          </p:cNvPr>
          <p:cNvGraphicFramePr/>
          <p:nvPr/>
        </p:nvGraphicFramePr>
        <p:xfrm>
          <a:off xmlns:a="http://schemas.openxmlformats.org/drawingml/2006/main" x="609600" y="2324100"/>
          <a:ext xmlns:a="http://schemas.openxmlformats.org/drawingml/2006/main" cx="7239000" cy="3114675"/>
        </p:xfrm>
        <a:graphic xmlns:a="http://schemas.openxmlformats.org/drawingml/2006/main">
          <a:graphicData uri="http://schemas.openxmlformats.org/drawingml/2006/chart">
            <c:chart xmlns:r="http://schemas.openxmlformats.org/officeDocument/2006/relationships" xmlns:c="http://schemas.openxmlformats.org/drawingml/2006/chart" r:id="Rc7daaca0806640b9"/>
          </a:graphicData>
        </a:graphic>
      </p:graphicFrame>
      <p:sp>
        <p:nvSpPr>
          <p:cNvPr id="5" name="">
            <a:extLst xmlns:a="http://schemas.openxmlformats.org/drawingml/2006/main">
              <a:ext uri="{FF2B5EF4-FFF2-40B4-BE49-F238E27FC236}">
                <a16:creationId xmlns:a16="http://schemas.microsoft.com/office/drawing/2014/main" id="{BF1EAA07-C90D-47BC-9EC0-612C1BE34D2B}"/>
              </a:ext>
            </a:extLst>
          </p:cNvPr>
          <p:cNvSpPr>
            <a:spLocks xmlns:a="http://schemas.openxmlformats.org/drawingml/2006/main" noGrp="1"/>
          </p:cNvSpPr>
          <p:nvPr/>
        </p:nvSpPr>
        <p:spPr>
          <a:xfrm xmlns:a="http://schemas.openxmlformats.org/drawingml/2006/main">
            <a:off x="8220075" y="1676400"/>
            <a:ext cx="0" cy="3733800"/>
          </a:xfrm>
          <a:prstGeom xmlns:a="http://schemas.openxmlformats.org/drawingml/2006/main" prst="line">
            <a:avLst/>
          </a:prstGeom>
          <a:ln xmlns:a="http://schemas.openxmlformats.org/drawingml/2006/main" w="9525">
            <a:solidFill>
              <a:srgbClr val="D5E0DE"/>
            </a:solidFill>
          </a:ln>
        </p:spPr>
      </p:sp>
      <p:sp>
        <p:nvSpPr>
          <p:cNvPr id="6" name="회수기간">
            <a:extLst xmlns:a="http://schemas.openxmlformats.org/drawingml/2006/main">
              <a:ext uri="{FF2B5EF4-FFF2-40B4-BE49-F238E27FC236}">
                <a16:creationId xmlns:a16="http://schemas.microsoft.com/office/drawing/2014/main" id="{12290D23-E1CB-4828-9662-CA26D8F6B793}"/>
              </a:ext>
            </a:extLst>
          </p:cNvPr>
          <p:cNvSpPr>
            <a:spLocks xmlns:a="http://schemas.openxmlformats.org/drawingml/2006/main" noGrp="1"/>
          </p:cNvSpPr>
          <p:nvPr/>
        </p:nvSpPr>
        <p:spPr>
          <a:xfrm xmlns:a="http://schemas.openxmlformats.org/drawingml/2006/main">
            <a:off x="8677275" y="1676400"/>
            <a:ext cx="290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회수기간</a:t>
            </a:r>
          </a:p>
        </p:txBody>
      </p:sp>
      <p:sp>
        <p:nvSpPr>
          <p:cNvPr id="7" name="불리  10년 내 미회수&#10;기준  6년&#10;유리  4년">
            <a:extLst xmlns:a="http://schemas.openxmlformats.org/drawingml/2006/main">
              <a:ext uri="{FF2B5EF4-FFF2-40B4-BE49-F238E27FC236}">
                <a16:creationId xmlns:a16="http://schemas.microsoft.com/office/drawing/2014/main" id="{F52F2258-330D-45B7-9258-FA75C8E4F8A2}"/>
              </a:ext>
            </a:extLst>
          </p:cNvPr>
          <p:cNvSpPr>
            <a:spLocks xmlns:a="http://schemas.openxmlformats.org/drawingml/2006/main" noGrp="1"/>
          </p:cNvSpPr>
          <p:nvPr/>
        </p:nvSpPr>
        <p:spPr>
          <a:xfrm xmlns:a="http://schemas.openxmlformats.org/drawingml/2006/main">
            <a:off x="8677275" y="2390775"/>
            <a:ext cx="290512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불리  10년 내 미회수</a:t>
            </a:r>
          </a:p>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기준  6년</a:t>
            </a:r>
          </a:p>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유리  4년</a:t>
            </a:r>
          </a:p>
        </p:txBody>
      </p:sp>
      <p:sp>
        <p:nvSpPr>
          <p:cNvPr id="8" name="가족노동 차감 전&#10;현금흐름 기준">
            <a:extLst xmlns:a="http://schemas.openxmlformats.org/drawingml/2006/main">
              <a:ext uri="{FF2B5EF4-FFF2-40B4-BE49-F238E27FC236}">
                <a16:creationId xmlns:a16="http://schemas.microsoft.com/office/drawing/2014/main" id="{9B5D6F74-0DA5-4DA3-B026-9064756AC327}"/>
              </a:ext>
            </a:extLst>
          </p:cNvPr>
          <p:cNvSpPr>
            <a:spLocks xmlns:a="http://schemas.openxmlformats.org/drawingml/2006/main" noGrp="1"/>
          </p:cNvSpPr>
          <p:nvPr/>
        </p:nvSpPr>
        <p:spPr>
          <a:xfrm xmlns:a="http://schemas.openxmlformats.org/drawingml/2006/main">
            <a:off x="8677275" y="4362450"/>
            <a:ext cx="290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BD5232"/>
                </a:solidFill>
                <a:latin typeface="Noto Sans KR"/>
                <a:ea typeface="Noto Sans KR"/>
                <a:cs typeface="Noto Sans KR"/>
              </a:defRPr>
            </a:defPPr>
            <a:lvl1pPr algn="l">
              <a:defRPr sz="1950" b="1">
                <a:solidFill>
                  <a:srgbClr val="BD5232"/>
                </a:solidFill>
                <a:latin typeface="Noto Sans KR"/>
                <a:ea typeface="Noto Sans KR"/>
                <a:cs typeface="Noto Sans KR"/>
              </a:defRPr>
            </a:lvl1pPr>
            <a:lvl2pPr algn="l">
              <a:defRPr sz="1950" b="1">
                <a:solidFill>
                  <a:srgbClr val="BD5232"/>
                </a:solidFill>
                <a:latin typeface="Noto Sans KR"/>
                <a:ea typeface="Noto Sans KR"/>
                <a:cs typeface="Noto Sans KR"/>
              </a:defRPr>
            </a:lvl2pPr>
            <a:lvl3pPr algn="l">
              <a:defRPr sz="1950" b="1">
                <a:solidFill>
                  <a:srgbClr val="BD5232"/>
                </a:solidFill>
                <a:latin typeface="Noto Sans KR"/>
                <a:ea typeface="Noto Sans KR"/>
                <a:cs typeface="Noto Sans KR"/>
              </a:defRPr>
            </a:lvl3pPr>
            <a:lvl4pPr algn="l">
              <a:defRPr sz="1950" b="1">
                <a:solidFill>
                  <a:srgbClr val="BD5232"/>
                </a:solidFill>
                <a:latin typeface="Noto Sans KR"/>
                <a:ea typeface="Noto Sans KR"/>
                <a:cs typeface="Noto Sans KR"/>
              </a:defRPr>
            </a:lvl4pPr>
            <a:lvl5pPr algn="l">
              <a:defRPr sz="1950" b="1">
                <a:solidFill>
                  <a:srgbClr val="BD5232"/>
                </a:solidFill>
                <a:latin typeface="Noto Sans KR"/>
                <a:ea typeface="Noto Sans KR"/>
                <a:cs typeface="Noto Sans KR"/>
              </a:defRPr>
            </a:lvl5pPr>
            <a:lvl6pPr algn="l">
              <a:defRPr sz="1950" b="1">
                <a:solidFill>
                  <a:srgbClr val="BD5232"/>
                </a:solidFill>
                <a:latin typeface="Noto Sans KR"/>
                <a:ea typeface="Noto Sans KR"/>
                <a:cs typeface="Noto Sans KR"/>
              </a:defRPr>
            </a:lvl6pPr>
            <a:lvl7pPr algn="l">
              <a:defRPr sz="1950" b="1">
                <a:solidFill>
                  <a:srgbClr val="BD5232"/>
                </a:solidFill>
                <a:latin typeface="Noto Sans KR"/>
                <a:ea typeface="Noto Sans KR"/>
                <a:cs typeface="Noto Sans KR"/>
              </a:defRPr>
            </a:lvl7pPr>
            <a:lvl8pPr algn="l">
              <a:defRPr sz="1950" b="1">
                <a:solidFill>
                  <a:srgbClr val="BD5232"/>
                </a:solidFill>
                <a:latin typeface="Noto Sans KR"/>
                <a:ea typeface="Noto Sans KR"/>
                <a:cs typeface="Noto Sans KR"/>
              </a:defRPr>
            </a:lvl8pPr>
            <a:lvl9pPr algn="l">
              <a:defRPr sz="1950" b="1">
                <a:solidFill>
                  <a:srgbClr val="BD5232"/>
                </a:solidFill>
                <a:latin typeface="Noto Sans KR"/>
                <a:ea typeface="Noto Sans KR"/>
                <a:cs typeface="Noto Sans KR"/>
              </a:defRPr>
            </a:lvl9pPr>
          </a:lstStyle>
          <a:p xmlns:a="http://schemas.openxmlformats.org/drawingml/2006/main">
            <a:pPr algn="l">
              <a:defRPr sz="1950" b="1">
                <a:solidFill>
                  <a:srgbClr val="BD5232"/>
                </a:solidFill>
                <a:latin typeface="Noto Sans KR"/>
                <a:ea typeface="Noto Sans KR"/>
                <a:cs typeface="Noto Sans KR"/>
              </a:defRPr>
            </a:pPr>
            <a:r>
              <a:rPr sz="1950" b="1">
                <a:solidFill>
                  <a:srgbClr val="BD5232"/>
                </a:solidFill>
                <a:latin typeface="Noto Sans KR"/>
                <a:ea typeface="Noto Sans KR"/>
                <a:cs typeface="Noto Sans KR"/>
              </a:rPr>
              <a:t>가족노동 차감 전</a:t>
            </a:r>
          </a:p>
          <a:p xmlns:a="http://schemas.openxmlformats.org/drawingml/2006/main">
            <a:pPr algn="l">
              <a:defRPr sz="1950" b="1">
                <a:solidFill>
                  <a:srgbClr val="BD5232"/>
                </a:solidFill>
                <a:latin typeface="Noto Sans KR"/>
                <a:ea typeface="Noto Sans KR"/>
                <a:cs typeface="Noto Sans KR"/>
              </a:defRPr>
            </a:pPr>
            <a:r>
              <a:rPr sz="1950" b="1">
                <a:solidFill>
                  <a:srgbClr val="BD5232"/>
                </a:solidFill>
                <a:latin typeface="Noto Sans KR"/>
                <a:ea typeface="Noto Sans KR"/>
                <a:cs typeface="Noto Sans KR"/>
              </a:rPr>
              <a:t>현금흐름 기준</a:t>
            </a:r>
          </a:p>
        </p:txBody>
      </p:sp>
      <p:sp>
        <p:nvSpPr>
          <p:cNvPr id="9" name="불리: 수량 −10%, 가격 −20%, 현금비용 +10%. 유리: 수량 +10%, 가격 +20%, 현금비용 −10%.&#10;10년·">
            <a:extLst xmlns:a="http://schemas.openxmlformats.org/drawingml/2006/main">
              <a:ext uri="{FF2B5EF4-FFF2-40B4-BE49-F238E27FC236}">
                <a16:creationId xmlns:a16="http://schemas.microsoft.com/office/drawing/2014/main" id="{FBC2D0BF-B66B-4BDB-9B51-87EF7DD23741}"/>
              </a:ext>
            </a:extLst>
          </p:cNvPr>
          <p:cNvSpPr>
            <a:spLocks xmlns:a="http://schemas.openxmlformats.org/drawingml/2006/main" noGrp="1"/>
          </p:cNvSpPr>
          <p:nvPr/>
        </p:nvSpPr>
        <p:spPr>
          <a:xfrm xmlns:a="http://schemas.openxmlformats.org/drawingml/2006/main">
            <a:off x="609600" y="57435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불리: 수량 −10%, 가격 −20%, 현금비용 +10%. 유리: 수량 +10%, 가격 +20%, 현금비용 −10%.</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10년·할인율 4%·연간 조건 고정·교체비 0을 가정했습니다.</a:t>
            </a:r>
          </a:p>
        </p:txBody>
      </p:sp>
    </p:spTree>
    <p:extLst>
      <p:ext uri="{BB962C8B-B14F-4D97-AF65-F5344CB8AC3E}">
        <p14:creationId xmlns:p14="http://schemas.microsoft.com/office/powerpoint/2010/main" val="3956717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공개 생육·환경 자료의 7일 뒤 초장 실험">
            <a:extLst xmlns:a="http://schemas.openxmlformats.org/drawingml/2006/main">
              <a:ext uri="{FF2B5EF4-FFF2-40B4-BE49-F238E27FC236}">
                <a16:creationId xmlns:a16="http://schemas.microsoft.com/office/drawing/2014/main" id="{02D50AB9-35AC-4612-B8A1-95B953672B80}"/>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공개 생육·환경 자료의 7일 뒤 초장 실험</a:t>
            </a:r>
          </a:p>
        </p:txBody>
      </p:sp>
      <p:sp>
        <p:nvSpPr>
          <p:cNvPr id="2" name="12">
            <a:extLst xmlns:a="http://schemas.openxmlformats.org/drawingml/2006/main">
              <a:ext uri="{FF2B5EF4-FFF2-40B4-BE49-F238E27FC236}">
                <a16:creationId xmlns:a16="http://schemas.microsoft.com/office/drawing/2014/main" id="{8B7989ED-984A-407C-B1DA-770782BAC17E}"/>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12</a:t>
            </a:r>
          </a:p>
        </p:txBody>
      </p:sp>
      <p:pic>
        <p:nvPicPr>
          <p:cNvPr id="3" name="">
            <a:extLst xmlns:a="http://schemas.openxmlformats.org/drawingml/2006/main">
              <a:ext uri="{FF2B5EF4-FFF2-40B4-BE49-F238E27FC236}">
                <a16:creationId xmlns:a16="http://schemas.microsoft.com/office/drawing/2014/main" id="{B30A0CC5-408D-4966-84A4-E80F5B63DFBB}"/>
              </a:ext>
            </a:extLst>
          </p:cNvPr>
          <p:cNvPicPr>
            <a:picLocks xmlns:a="http://schemas.openxmlformats.org/drawingml/2006/main" noChangeAspect="1"/>
          </p:cNvPicPr>
          <p:nvPr/>
        </p:nvPicPr>
        <p:blipFill>
          <a:blip xmlns:r="http://schemas.openxmlformats.org/officeDocument/2006/relationships" xmlns:a="http://schemas.openxmlformats.org/drawingml/2006/main" r:embed="R9c8675b07b704674"/>
          <a:stretch xmlns:a="http://schemas.openxmlformats.org/drawingml/2006/main"/>
        </p:blipFill>
        <p:spPr>
          <a:xfrm xmlns:a="http://schemas.openxmlformats.org/drawingml/2006/main">
            <a:off x="609600" y="1838325"/>
            <a:ext cx="4000500" cy="3000375"/>
          </a:xfrm>
          <a:prstGeom xmlns:a="http://schemas.openxmlformats.org/drawingml/2006/main" prst="rect">
            <a:avLst/>
          </a:prstGeom>
        </p:spPr>
      </p:pic>
      <p:sp>
        <p:nvSpPr>
          <p:cNvPr id="4" name="설명용 생성 이미지">
            <a:extLst xmlns:a="http://schemas.openxmlformats.org/drawingml/2006/main">
              <a:ext uri="{FF2B5EF4-FFF2-40B4-BE49-F238E27FC236}">
                <a16:creationId xmlns:a16="http://schemas.microsoft.com/office/drawing/2014/main" id="{A8DACEB7-13FE-43ED-A55D-B9B27817E6C6}"/>
              </a:ext>
            </a:extLst>
          </p:cNvPr>
          <p:cNvSpPr>
            <a:spLocks xmlns:a="http://schemas.openxmlformats.org/drawingml/2006/main" noGrp="1"/>
          </p:cNvSpPr>
          <p:nvPr/>
        </p:nvSpPr>
        <p:spPr>
          <a:xfrm xmlns:a="http://schemas.openxmlformats.org/drawingml/2006/main">
            <a:off x="609600" y="484822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36B"/>
                </a:solidFill>
                <a:latin typeface="Noto Sans KR"/>
                <a:ea typeface="Noto Sans KR"/>
                <a:cs typeface="Noto Sans KR"/>
              </a:defRPr>
            </a:defPPr>
            <a:lvl1pPr algn="l">
              <a:defRPr sz="1425" b="0">
                <a:solidFill>
                  <a:srgbClr val="53636B"/>
                </a:solidFill>
                <a:latin typeface="Noto Sans KR"/>
                <a:ea typeface="Noto Sans KR"/>
                <a:cs typeface="Noto Sans KR"/>
              </a:defRPr>
            </a:lvl1pPr>
            <a:lvl2pPr algn="l">
              <a:defRPr sz="1425" b="0">
                <a:solidFill>
                  <a:srgbClr val="53636B"/>
                </a:solidFill>
                <a:latin typeface="Noto Sans KR"/>
                <a:ea typeface="Noto Sans KR"/>
                <a:cs typeface="Noto Sans KR"/>
              </a:defRPr>
            </a:lvl2pPr>
            <a:lvl3pPr algn="l">
              <a:defRPr sz="1425" b="0">
                <a:solidFill>
                  <a:srgbClr val="53636B"/>
                </a:solidFill>
                <a:latin typeface="Noto Sans KR"/>
                <a:ea typeface="Noto Sans KR"/>
                <a:cs typeface="Noto Sans KR"/>
              </a:defRPr>
            </a:lvl3pPr>
            <a:lvl4pPr algn="l">
              <a:defRPr sz="1425" b="0">
                <a:solidFill>
                  <a:srgbClr val="53636B"/>
                </a:solidFill>
                <a:latin typeface="Noto Sans KR"/>
                <a:ea typeface="Noto Sans KR"/>
                <a:cs typeface="Noto Sans KR"/>
              </a:defRPr>
            </a:lvl4pPr>
            <a:lvl5pPr algn="l">
              <a:defRPr sz="1425" b="0">
                <a:solidFill>
                  <a:srgbClr val="53636B"/>
                </a:solidFill>
                <a:latin typeface="Noto Sans KR"/>
                <a:ea typeface="Noto Sans KR"/>
                <a:cs typeface="Noto Sans KR"/>
              </a:defRPr>
            </a:lvl5pPr>
            <a:lvl6pPr algn="l">
              <a:defRPr sz="1425" b="0">
                <a:solidFill>
                  <a:srgbClr val="53636B"/>
                </a:solidFill>
                <a:latin typeface="Noto Sans KR"/>
                <a:ea typeface="Noto Sans KR"/>
                <a:cs typeface="Noto Sans KR"/>
              </a:defRPr>
            </a:lvl6pPr>
            <a:lvl7pPr algn="l">
              <a:defRPr sz="1425" b="0">
                <a:solidFill>
                  <a:srgbClr val="53636B"/>
                </a:solidFill>
                <a:latin typeface="Noto Sans KR"/>
                <a:ea typeface="Noto Sans KR"/>
                <a:cs typeface="Noto Sans KR"/>
              </a:defRPr>
            </a:lvl7pPr>
            <a:lvl8pPr algn="l">
              <a:defRPr sz="1425" b="0">
                <a:solidFill>
                  <a:srgbClr val="53636B"/>
                </a:solidFill>
                <a:latin typeface="Noto Sans KR"/>
                <a:ea typeface="Noto Sans KR"/>
                <a:cs typeface="Noto Sans KR"/>
              </a:defRPr>
            </a:lvl8pPr>
            <a:lvl9pPr algn="l">
              <a:defRPr sz="1425" b="0">
                <a:solidFill>
                  <a:srgbClr val="53636B"/>
                </a:solidFill>
                <a:latin typeface="Noto Sans KR"/>
                <a:ea typeface="Noto Sans KR"/>
                <a:cs typeface="Noto Sans KR"/>
              </a:defRPr>
            </a:lvl9pPr>
          </a:lstStyle>
          <a:p xmlns:a="http://schemas.openxmlformats.org/drawingml/2006/main">
            <a:pPr algn="l">
              <a:defRPr sz="1425" b="0">
                <a:solidFill>
                  <a:srgbClr val="53636B"/>
                </a:solidFill>
                <a:latin typeface="Noto Sans KR"/>
                <a:ea typeface="Noto Sans KR"/>
                <a:cs typeface="Noto Sans KR"/>
              </a:defRPr>
            </a:pPr>
            <a:r>
              <a:rPr sz="1425" b="0">
                <a:solidFill>
                  <a:srgbClr val="53636B"/>
                </a:solidFill>
                <a:latin typeface="Noto Sans KR"/>
                <a:ea typeface="Noto Sans KR"/>
                <a:cs typeface="Noto Sans KR"/>
              </a:rPr>
              <a:t>설명용 생성 이미지</a:t>
            </a:r>
          </a:p>
        </p:txBody>
      </p:sp>
      <p:sp>
        <p:nvSpPr>
          <p:cNvPr id="5" name="7일 뒤 시설 평균 초장">
            <a:extLst xmlns:a="http://schemas.openxmlformats.org/drawingml/2006/main">
              <a:ext uri="{FF2B5EF4-FFF2-40B4-BE49-F238E27FC236}">
                <a16:creationId xmlns:a16="http://schemas.microsoft.com/office/drawing/2014/main" id="{5B32D3CA-DA57-42D0-854F-4CD70429764F}"/>
              </a:ext>
            </a:extLst>
          </p:cNvPr>
          <p:cNvSpPr>
            <a:spLocks xmlns:a="http://schemas.openxmlformats.org/drawingml/2006/main" noGrp="1"/>
          </p:cNvSpPr>
          <p:nvPr/>
        </p:nvSpPr>
        <p:spPr>
          <a:xfrm xmlns:a="http://schemas.openxmlformats.org/drawingml/2006/main">
            <a:off x="609600" y="5143500"/>
            <a:ext cx="4219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2B33"/>
                </a:solidFill>
                <a:latin typeface="Noto Sans KR"/>
                <a:ea typeface="Noto Sans KR"/>
                <a:cs typeface="Noto Sans KR"/>
              </a:defRPr>
            </a:defPPr>
            <a:lvl1pPr algn="l">
              <a:defRPr sz="2175" b="1">
                <a:solidFill>
                  <a:srgbClr val="152B33"/>
                </a:solidFill>
                <a:latin typeface="Noto Sans KR"/>
                <a:ea typeface="Noto Sans KR"/>
                <a:cs typeface="Noto Sans KR"/>
              </a:defRPr>
            </a:lvl1pPr>
            <a:lvl2pPr algn="l">
              <a:defRPr sz="2175" b="1">
                <a:solidFill>
                  <a:srgbClr val="152B33"/>
                </a:solidFill>
                <a:latin typeface="Noto Sans KR"/>
                <a:ea typeface="Noto Sans KR"/>
                <a:cs typeface="Noto Sans KR"/>
              </a:defRPr>
            </a:lvl2pPr>
            <a:lvl3pPr algn="l">
              <a:defRPr sz="2175" b="1">
                <a:solidFill>
                  <a:srgbClr val="152B33"/>
                </a:solidFill>
                <a:latin typeface="Noto Sans KR"/>
                <a:ea typeface="Noto Sans KR"/>
                <a:cs typeface="Noto Sans KR"/>
              </a:defRPr>
            </a:lvl3pPr>
            <a:lvl4pPr algn="l">
              <a:defRPr sz="2175" b="1">
                <a:solidFill>
                  <a:srgbClr val="152B33"/>
                </a:solidFill>
                <a:latin typeface="Noto Sans KR"/>
                <a:ea typeface="Noto Sans KR"/>
                <a:cs typeface="Noto Sans KR"/>
              </a:defRPr>
            </a:lvl4pPr>
            <a:lvl5pPr algn="l">
              <a:defRPr sz="2175" b="1">
                <a:solidFill>
                  <a:srgbClr val="152B33"/>
                </a:solidFill>
                <a:latin typeface="Noto Sans KR"/>
                <a:ea typeface="Noto Sans KR"/>
                <a:cs typeface="Noto Sans KR"/>
              </a:defRPr>
            </a:lvl5pPr>
            <a:lvl6pPr algn="l">
              <a:defRPr sz="2175" b="1">
                <a:solidFill>
                  <a:srgbClr val="152B33"/>
                </a:solidFill>
                <a:latin typeface="Noto Sans KR"/>
                <a:ea typeface="Noto Sans KR"/>
                <a:cs typeface="Noto Sans KR"/>
              </a:defRPr>
            </a:lvl6pPr>
            <a:lvl7pPr algn="l">
              <a:defRPr sz="2175" b="1">
                <a:solidFill>
                  <a:srgbClr val="152B33"/>
                </a:solidFill>
                <a:latin typeface="Noto Sans KR"/>
                <a:ea typeface="Noto Sans KR"/>
                <a:cs typeface="Noto Sans KR"/>
              </a:defRPr>
            </a:lvl7pPr>
            <a:lvl8pPr algn="l">
              <a:defRPr sz="2175" b="1">
                <a:solidFill>
                  <a:srgbClr val="152B33"/>
                </a:solidFill>
                <a:latin typeface="Noto Sans KR"/>
                <a:ea typeface="Noto Sans KR"/>
                <a:cs typeface="Noto Sans KR"/>
              </a:defRPr>
            </a:lvl8pPr>
            <a:lvl9pPr algn="l">
              <a:defRPr sz="2175" b="1">
                <a:solidFill>
                  <a:srgbClr val="152B33"/>
                </a:solidFill>
                <a:latin typeface="Noto Sans KR"/>
                <a:ea typeface="Noto Sans KR"/>
                <a:cs typeface="Noto Sans KR"/>
              </a:defRPr>
            </a:lvl9pPr>
          </a:lstStyle>
          <a:p xmlns:a="http://schemas.openxmlformats.org/drawingml/2006/main">
            <a:pPr algn="l">
              <a:defRPr sz="2175" b="1">
                <a:solidFill>
                  <a:srgbClr val="152B33"/>
                </a:solidFill>
                <a:latin typeface="Noto Sans KR"/>
                <a:ea typeface="Noto Sans KR"/>
                <a:cs typeface="Noto Sans KR"/>
              </a:defRPr>
            </a:pPr>
            <a:r>
              <a:rPr sz="2175" b="1">
                <a:solidFill>
                  <a:srgbClr val="152B33"/>
                </a:solidFill>
                <a:latin typeface="Noto Sans KR"/>
                <a:ea typeface="Noto Sans KR"/>
                <a:cs typeface="Noto Sans KR"/>
              </a:rPr>
              <a:t>7일 뒤 시설 평균 초장</a:t>
            </a:r>
          </a:p>
        </p:txBody>
      </p:sp>
      <p:sp>
        <p:nvSpPr>
          <p:cNvPr id="6" name="40쌍 · 21시설">
            <a:extLst xmlns:a="http://schemas.openxmlformats.org/drawingml/2006/main">
              <a:ext uri="{FF2B5EF4-FFF2-40B4-BE49-F238E27FC236}">
                <a16:creationId xmlns:a16="http://schemas.microsoft.com/office/drawing/2014/main" id="{F35B5A9C-A714-4FDB-A515-563F6091070D}"/>
              </a:ext>
            </a:extLst>
          </p:cNvPr>
          <p:cNvSpPr>
            <a:spLocks xmlns:a="http://schemas.openxmlformats.org/drawingml/2006/main" noGrp="1"/>
          </p:cNvSpPr>
          <p:nvPr/>
        </p:nvSpPr>
        <p:spPr>
          <a:xfrm xmlns:a="http://schemas.openxmlformats.org/drawingml/2006/main">
            <a:off x="609600" y="5553075"/>
            <a:ext cx="42195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785B"/>
                </a:solidFill>
                <a:latin typeface="Noto Sans KR"/>
                <a:ea typeface="Noto Sans KR"/>
                <a:cs typeface="Noto Sans KR"/>
              </a:defRPr>
            </a:defPPr>
            <a:lvl1pPr algn="l">
              <a:defRPr sz="2025" b="1">
                <a:solidFill>
                  <a:srgbClr val="17785B"/>
                </a:solidFill>
                <a:latin typeface="Noto Sans KR"/>
                <a:ea typeface="Noto Sans KR"/>
                <a:cs typeface="Noto Sans KR"/>
              </a:defRPr>
            </a:lvl1pPr>
            <a:lvl2pPr algn="l">
              <a:defRPr sz="2025" b="1">
                <a:solidFill>
                  <a:srgbClr val="17785B"/>
                </a:solidFill>
                <a:latin typeface="Noto Sans KR"/>
                <a:ea typeface="Noto Sans KR"/>
                <a:cs typeface="Noto Sans KR"/>
              </a:defRPr>
            </a:lvl2pPr>
            <a:lvl3pPr algn="l">
              <a:defRPr sz="2025" b="1">
                <a:solidFill>
                  <a:srgbClr val="17785B"/>
                </a:solidFill>
                <a:latin typeface="Noto Sans KR"/>
                <a:ea typeface="Noto Sans KR"/>
                <a:cs typeface="Noto Sans KR"/>
              </a:defRPr>
            </a:lvl3pPr>
            <a:lvl4pPr algn="l">
              <a:defRPr sz="2025" b="1">
                <a:solidFill>
                  <a:srgbClr val="17785B"/>
                </a:solidFill>
                <a:latin typeface="Noto Sans KR"/>
                <a:ea typeface="Noto Sans KR"/>
                <a:cs typeface="Noto Sans KR"/>
              </a:defRPr>
            </a:lvl4pPr>
            <a:lvl5pPr algn="l">
              <a:defRPr sz="2025" b="1">
                <a:solidFill>
                  <a:srgbClr val="17785B"/>
                </a:solidFill>
                <a:latin typeface="Noto Sans KR"/>
                <a:ea typeface="Noto Sans KR"/>
                <a:cs typeface="Noto Sans KR"/>
              </a:defRPr>
            </a:lvl5pPr>
            <a:lvl6pPr algn="l">
              <a:defRPr sz="2025" b="1">
                <a:solidFill>
                  <a:srgbClr val="17785B"/>
                </a:solidFill>
                <a:latin typeface="Noto Sans KR"/>
                <a:ea typeface="Noto Sans KR"/>
                <a:cs typeface="Noto Sans KR"/>
              </a:defRPr>
            </a:lvl6pPr>
            <a:lvl7pPr algn="l">
              <a:defRPr sz="2025" b="1">
                <a:solidFill>
                  <a:srgbClr val="17785B"/>
                </a:solidFill>
                <a:latin typeface="Noto Sans KR"/>
                <a:ea typeface="Noto Sans KR"/>
                <a:cs typeface="Noto Sans KR"/>
              </a:defRPr>
            </a:lvl7pPr>
            <a:lvl8pPr algn="l">
              <a:defRPr sz="2025" b="1">
                <a:solidFill>
                  <a:srgbClr val="17785B"/>
                </a:solidFill>
                <a:latin typeface="Noto Sans KR"/>
                <a:ea typeface="Noto Sans KR"/>
                <a:cs typeface="Noto Sans KR"/>
              </a:defRPr>
            </a:lvl8pPr>
            <a:lvl9pPr algn="l">
              <a:defRPr sz="2025" b="1">
                <a:solidFill>
                  <a:srgbClr val="17785B"/>
                </a:solidFill>
                <a:latin typeface="Noto Sans KR"/>
                <a:ea typeface="Noto Sans KR"/>
                <a:cs typeface="Noto Sans KR"/>
              </a:defRPr>
            </a:lvl9pPr>
          </a:lstStyle>
          <a:p xmlns:a="http://schemas.openxmlformats.org/drawingml/2006/main">
            <a:pPr algn="l">
              <a:defRPr sz="2025" b="1">
                <a:solidFill>
                  <a:srgbClr val="17785B"/>
                </a:solidFill>
                <a:latin typeface="Noto Sans KR"/>
                <a:ea typeface="Noto Sans KR"/>
                <a:cs typeface="Noto Sans KR"/>
              </a:defRPr>
            </a:pPr>
            <a:r>
              <a:rPr sz="2025" b="1">
                <a:solidFill>
                  <a:srgbClr val="17785B"/>
                </a:solidFill>
                <a:latin typeface="Noto Sans KR"/>
                <a:ea typeface="Noto Sans KR"/>
                <a:cs typeface="Noto Sans KR"/>
              </a:rPr>
              <a:t>40쌍 · 21시설</a:t>
            </a:r>
          </a:p>
        </p:txBody>
      </p:sp>
      <p:sp>
        <p:nvSpPr>
          <p:cNvPr id="7" name="같은 개체의 성장량은 아님">
            <a:extLst xmlns:a="http://schemas.openxmlformats.org/drawingml/2006/main">
              <a:ext uri="{FF2B5EF4-FFF2-40B4-BE49-F238E27FC236}">
                <a16:creationId xmlns:a16="http://schemas.microsoft.com/office/drawing/2014/main" id="{A5BCC045-165F-41B0-9A1B-9A639F597BB6}"/>
              </a:ext>
            </a:extLst>
          </p:cNvPr>
          <p:cNvSpPr>
            <a:spLocks xmlns:a="http://schemas.openxmlformats.org/drawingml/2006/main" noGrp="1"/>
          </p:cNvSpPr>
          <p:nvPr/>
        </p:nvSpPr>
        <p:spPr>
          <a:xfrm xmlns:a="http://schemas.openxmlformats.org/drawingml/2006/main">
            <a:off x="609600" y="5991225"/>
            <a:ext cx="4219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같은 개체의 성장량은 아님</a:t>
            </a:r>
          </a:p>
        </p:txBody>
      </p:sp>
      <p:sp>
        <p:nvSpPr>
          <p:cNvPr id="8" name="평균 절대오차 · mm · 작을수록 좋음">
            <a:extLst xmlns:a="http://schemas.openxmlformats.org/drawingml/2006/main">
              <a:ext uri="{FF2B5EF4-FFF2-40B4-BE49-F238E27FC236}">
                <a16:creationId xmlns:a16="http://schemas.microsoft.com/office/drawing/2014/main" id="{33EC992A-F034-4814-80B8-CBB31B85AC85}"/>
              </a:ext>
            </a:extLst>
          </p:cNvPr>
          <p:cNvSpPr>
            <a:spLocks xmlns:a="http://schemas.openxmlformats.org/drawingml/2006/main" noGrp="1"/>
          </p:cNvSpPr>
          <p:nvPr/>
        </p:nvSpPr>
        <p:spPr>
          <a:xfrm xmlns:a="http://schemas.openxmlformats.org/drawingml/2006/main">
            <a:off x="5314950" y="1695450"/>
            <a:ext cx="6267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36B"/>
                </a:solidFill>
                <a:latin typeface="Noto Sans KR"/>
                <a:ea typeface="Noto Sans KR"/>
                <a:cs typeface="Noto Sans KR"/>
              </a:defRPr>
            </a:defPPr>
            <a:lvl1pPr algn="l">
              <a:defRPr sz="1950" b="0">
                <a:solidFill>
                  <a:srgbClr val="53636B"/>
                </a:solidFill>
                <a:latin typeface="Noto Sans KR"/>
                <a:ea typeface="Noto Sans KR"/>
                <a:cs typeface="Noto Sans KR"/>
              </a:defRPr>
            </a:lvl1pPr>
            <a:lvl2pPr algn="l">
              <a:defRPr sz="1950" b="0">
                <a:solidFill>
                  <a:srgbClr val="53636B"/>
                </a:solidFill>
                <a:latin typeface="Noto Sans KR"/>
                <a:ea typeface="Noto Sans KR"/>
                <a:cs typeface="Noto Sans KR"/>
              </a:defRPr>
            </a:lvl2pPr>
            <a:lvl3pPr algn="l">
              <a:defRPr sz="1950" b="0">
                <a:solidFill>
                  <a:srgbClr val="53636B"/>
                </a:solidFill>
                <a:latin typeface="Noto Sans KR"/>
                <a:ea typeface="Noto Sans KR"/>
                <a:cs typeface="Noto Sans KR"/>
              </a:defRPr>
            </a:lvl3pPr>
            <a:lvl4pPr algn="l">
              <a:defRPr sz="1950" b="0">
                <a:solidFill>
                  <a:srgbClr val="53636B"/>
                </a:solidFill>
                <a:latin typeface="Noto Sans KR"/>
                <a:ea typeface="Noto Sans KR"/>
                <a:cs typeface="Noto Sans KR"/>
              </a:defRPr>
            </a:lvl4pPr>
            <a:lvl5pPr algn="l">
              <a:defRPr sz="1950" b="0">
                <a:solidFill>
                  <a:srgbClr val="53636B"/>
                </a:solidFill>
                <a:latin typeface="Noto Sans KR"/>
                <a:ea typeface="Noto Sans KR"/>
                <a:cs typeface="Noto Sans KR"/>
              </a:defRPr>
            </a:lvl5pPr>
            <a:lvl6pPr algn="l">
              <a:defRPr sz="1950" b="0">
                <a:solidFill>
                  <a:srgbClr val="53636B"/>
                </a:solidFill>
                <a:latin typeface="Noto Sans KR"/>
                <a:ea typeface="Noto Sans KR"/>
                <a:cs typeface="Noto Sans KR"/>
              </a:defRPr>
            </a:lvl6pPr>
            <a:lvl7pPr algn="l">
              <a:defRPr sz="1950" b="0">
                <a:solidFill>
                  <a:srgbClr val="53636B"/>
                </a:solidFill>
                <a:latin typeface="Noto Sans KR"/>
                <a:ea typeface="Noto Sans KR"/>
                <a:cs typeface="Noto Sans KR"/>
              </a:defRPr>
            </a:lvl7pPr>
            <a:lvl8pPr algn="l">
              <a:defRPr sz="1950" b="0">
                <a:solidFill>
                  <a:srgbClr val="53636B"/>
                </a:solidFill>
                <a:latin typeface="Noto Sans KR"/>
                <a:ea typeface="Noto Sans KR"/>
                <a:cs typeface="Noto Sans KR"/>
              </a:defRPr>
            </a:lvl8pPr>
            <a:lvl9pPr algn="l">
              <a:defRPr sz="1950" b="0">
                <a:solidFill>
                  <a:srgbClr val="53636B"/>
                </a:solidFill>
                <a:latin typeface="Noto Sans KR"/>
                <a:ea typeface="Noto Sans KR"/>
                <a:cs typeface="Noto Sans KR"/>
              </a:defRPr>
            </a:lvl9pPr>
          </a:lstStyle>
          <a:p xmlns:a="http://schemas.openxmlformats.org/drawingml/2006/main">
            <a:pPr algn="l">
              <a:defRPr sz="1950" b="0">
                <a:solidFill>
                  <a:srgbClr val="53636B"/>
                </a:solidFill>
                <a:latin typeface="Noto Sans KR"/>
                <a:ea typeface="Noto Sans KR"/>
                <a:cs typeface="Noto Sans KR"/>
              </a:defRPr>
            </a:pPr>
            <a:r>
              <a:rPr sz="1950" b="0">
                <a:solidFill>
                  <a:srgbClr val="53636B"/>
                </a:solidFill>
                <a:latin typeface="Noto Sans KR"/>
                <a:ea typeface="Noto Sans KR"/>
                <a:cs typeface="Noto Sans KR"/>
              </a:rPr>
              <a:t>평균 절대오차 · mm · 작을수록 좋음</a:t>
            </a:r>
          </a:p>
        </p:txBody>
      </p:sp>
      <p:graphicFrame>
        <p:nvGraphicFramePr>
          <p:cNvPr id="9" name="Chart">
            <a:extLst xmlns:a="http://schemas.openxmlformats.org/drawingml/2006/main">
              <a:ext uri="{FF2B5EF4-FFF2-40B4-BE49-F238E27FC236}">
                <a16:creationId xmlns:a16="http://schemas.microsoft.com/office/drawing/2014/main" id="{081F04E8-A2FF-4AFD-9442-6A431D189A4A}"/>
              </a:ext>
            </a:extLst>
          </p:cNvPr>
          <p:cNvGraphicFramePr/>
          <p:nvPr/>
        </p:nvGraphicFramePr>
        <p:xfrm>
          <a:off xmlns:a="http://schemas.openxmlformats.org/drawingml/2006/main" x="5162550" y="2305050"/>
          <a:ext xmlns:a="http://schemas.openxmlformats.org/drawingml/2006/main" cx="6419850" cy="3086100"/>
        </p:xfrm>
        <a:graphic xmlns:a="http://schemas.openxmlformats.org/drawingml/2006/main">
          <a:graphicData uri="http://schemas.openxmlformats.org/drawingml/2006/chart">
            <c:chart xmlns:r="http://schemas.openxmlformats.org/officeDocument/2006/relationships" xmlns:c="http://schemas.openxmlformats.org/drawingml/2006/chart" r:id="Rf9e11edf55fd4ab6"/>
          </a:graphicData>
        </a:graphic>
      </p:graphicFrame>
      <p:sp>
        <p:nvSpPr>
          <p:cNvPr id="10" name="환경 변수를 더해도 생육만 쓴 경우보다 좋아지지 않았습니다.">
            <a:extLst xmlns:a="http://schemas.openxmlformats.org/drawingml/2006/main">
              <a:ext uri="{FF2B5EF4-FFF2-40B4-BE49-F238E27FC236}">
                <a16:creationId xmlns:a16="http://schemas.microsoft.com/office/drawing/2014/main" id="{304C672A-9980-4373-B685-03E588A0A87D}"/>
              </a:ext>
            </a:extLst>
          </p:cNvPr>
          <p:cNvSpPr>
            <a:spLocks xmlns:a="http://schemas.openxmlformats.org/drawingml/2006/main" noGrp="1"/>
          </p:cNvSpPr>
          <p:nvPr/>
        </p:nvSpPr>
        <p:spPr>
          <a:xfrm xmlns:a="http://schemas.openxmlformats.org/drawingml/2006/main">
            <a:off x="5314950" y="5572125"/>
            <a:ext cx="6267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환경 변수를 더해도 생육만 쓴 경우보다 좋아지지 않았습니다.</a:t>
            </a:r>
          </a:p>
        </p:txBody>
      </p:sp>
      <p:sp>
        <p:nvSpPr>
          <p:cNvPr id="11" name="시설별 5분할 · 별도 미래 검증 전">
            <a:extLst xmlns:a="http://schemas.openxmlformats.org/drawingml/2006/main">
              <a:ext uri="{FF2B5EF4-FFF2-40B4-BE49-F238E27FC236}">
                <a16:creationId xmlns:a16="http://schemas.microsoft.com/office/drawing/2014/main" id="{090C1080-6950-4EB6-B84F-F9D00631C453}"/>
              </a:ext>
            </a:extLst>
          </p:cNvPr>
          <p:cNvSpPr>
            <a:spLocks xmlns:a="http://schemas.openxmlformats.org/drawingml/2006/main" noGrp="1"/>
          </p:cNvSpPr>
          <p:nvPr/>
        </p:nvSpPr>
        <p:spPr>
          <a:xfrm xmlns:a="http://schemas.openxmlformats.org/drawingml/2006/main">
            <a:off x="5314950" y="6029325"/>
            <a:ext cx="626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시설별 5분할 · 별도 미래 검증 전</a:t>
            </a:r>
          </a:p>
        </p:txBody>
      </p:sp>
    </p:spTree>
    <p:extLst>
      <p:ext uri="{BB962C8B-B14F-4D97-AF65-F5344CB8AC3E}">
        <p14:creationId xmlns:p14="http://schemas.microsoft.com/office/powerpoint/2010/main" val="54832744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가격 예측도 계절 기준보다 오차가 컸음">
            <a:extLst xmlns:a="http://schemas.openxmlformats.org/drawingml/2006/main">
              <a:ext uri="{FF2B5EF4-FFF2-40B4-BE49-F238E27FC236}">
                <a16:creationId xmlns:a16="http://schemas.microsoft.com/office/drawing/2014/main" id="{D4236860-50F5-4E3E-BB47-8D5050B9457A}"/>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가격 예측도 계절 기준보다 오차가 컸음</a:t>
            </a:r>
          </a:p>
        </p:txBody>
      </p:sp>
      <p:sp>
        <p:nvSpPr>
          <p:cNvPr id="2" name="13">
            <a:extLst xmlns:a="http://schemas.openxmlformats.org/drawingml/2006/main">
              <a:ext uri="{FF2B5EF4-FFF2-40B4-BE49-F238E27FC236}">
                <a16:creationId xmlns:a16="http://schemas.microsoft.com/office/drawing/2014/main" id="{8E283325-948D-42C4-BAB1-F72A8FB3A695}"/>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13</a:t>
            </a:r>
          </a:p>
        </p:txBody>
      </p:sp>
      <p:pic>
        <p:nvPicPr>
          <p:cNvPr id="3" name="">
            <a:extLst xmlns:a="http://schemas.openxmlformats.org/drawingml/2006/main">
              <a:ext uri="{FF2B5EF4-FFF2-40B4-BE49-F238E27FC236}">
                <a16:creationId xmlns:a16="http://schemas.microsoft.com/office/drawing/2014/main" id="{E2D51CA1-3703-4709-AEA6-7140EED51FCF}"/>
              </a:ext>
            </a:extLst>
          </p:cNvPr>
          <p:cNvPicPr>
            <a:picLocks xmlns:a="http://schemas.openxmlformats.org/drawingml/2006/main" noChangeAspect="1"/>
          </p:cNvPicPr>
          <p:nvPr/>
        </p:nvPicPr>
        <p:blipFill>
          <a:blip xmlns:r="http://schemas.openxmlformats.org/officeDocument/2006/relationships" xmlns:a="http://schemas.openxmlformats.org/drawingml/2006/main" r:embed="R3d8f7b73511b4882"/>
          <a:stretch xmlns:a="http://schemas.openxmlformats.org/drawingml/2006/main"/>
        </p:blipFill>
        <p:spPr>
          <a:xfrm xmlns:a="http://schemas.openxmlformats.org/drawingml/2006/main">
            <a:off x="609600" y="1840706"/>
            <a:ext cx="3714750" cy="2786063"/>
          </a:xfrm>
          <a:prstGeom xmlns:a="http://schemas.openxmlformats.org/drawingml/2006/main" prst="rect">
            <a:avLst/>
          </a:prstGeom>
        </p:spPr>
      </p:pic>
      <p:sp>
        <p:nvSpPr>
          <p:cNvPr id="4" name="설명용 생성 이미지">
            <a:extLst xmlns:a="http://schemas.openxmlformats.org/drawingml/2006/main">
              <a:ext uri="{FF2B5EF4-FFF2-40B4-BE49-F238E27FC236}">
                <a16:creationId xmlns:a16="http://schemas.microsoft.com/office/drawing/2014/main" id="{109309A7-6304-4355-815B-DEB9E71EAFA6}"/>
              </a:ext>
            </a:extLst>
          </p:cNvPr>
          <p:cNvSpPr>
            <a:spLocks xmlns:a="http://schemas.openxmlformats.org/drawingml/2006/main" noGrp="1"/>
          </p:cNvSpPr>
          <p:nvPr/>
        </p:nvSpPr>
        <p:spPr>
          <a:xfrm xmlns:a="http://schemas.openxmlformats.org/drawingml/2006/main">
            <a:off x="609600" y="4657725"/>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3636B"/>
                </a:solidFill>
                <a:latin typeface="Noto Sans KR"/>
                <a:ea typeface="Noto Sans KR"/>
                <a:cs typeface="Noto Sans KR"/>
              </a:defRPr>
            </a:defPPr>
            <a:lvl1pPr algn="l">
              <a:defRPr sz="1425" b="0">
                <a:solidFill>
                  <a:srgbClr val="53636B"/>
                </a:solidFill>
                <a:latin typeface="Noto Sans KR"/>
                <a:ea typeface="Noto Sans KR"/>
                <a:cs typeface="Noto Sans KR"/>
              </a:defRPr>
            </a:lvl1pPr>
            <a:lvl2pPr algn="l">
              <a:defRPr sz="1425" b="0">
                <a:solidFill>
                  <a:srgbClr val="53636B"/>
                </a:solidFill>
                <a:latin typeface="Noto Sans KR"/>
                <a:ea typeface="Noto Sans KR"/>
                <a:cs typeface="Noto Sans KR"/>
              </a:defRPr>
            </a:lvl2pPr>
            <a:lvl3pPr algn="l">
              <a:defRPr sz="1425" b="0">
                <a:solidFill>
                  <a:srgbClr val="53636B"/>
                </a:solidFill>
                <a:latin typeface="Noto Sans KR"/>
                <a:ea typeface="Noto Sans KR"/>
                <a:cs typeface="Noto Sans KR"/>
              </a:defRPr>
            </a:lvl3pPr>
            <a:lvl4pPr algn="l">
              <a:defRPr sz="1425" b="0">
                <a:solidFill>
                  <a:srgbClr val="53636B"/>
                </a:solidFill>
                <a:latin typeface="Noto Sans KR"/>
                <a:ea typeface="Noto Sans KR"/>
                <a:cs typeface="Noto Sans KR"/>
              </a:defRPr>
            </a:lvl4pPr>
            <a:lvl5pPr algn="l">
              <a:defRPr sz="1425" b="0">
                <a:solidFill>
                  <a:srgbClr val="53636B"/>
                </a:solidFill>
                <a:latin typeface="Noto Sans KR"/>
                <a:ea typeface="Noto Sans KR"/>
                <a:cs typeface="Noto Sans KR"/>
              </a:defRPr>
            </a:lvl5pPr>
            <a:lvl6pPr algn="l">
              <a:defRPr sz="1425" b="0">
                <a:solidFill>
                  <a:srgbClr val="53636B"/>
                </a:solidFill>
                <a:latin typeface="Noto Sans KR"/>
                <a:ea typeface="Noto Sans KR"/>
                <a:cs typeface="Noto Sans KR"/>
              </a:defRPr>
            </a:lvl6pPr>
            <a:lvl7pPr algn="l">
              <a:defRPr sz="1425" b="0">
                <a:solidFill>
                  <a:srgbClr val="53636B"/>
                </a:solidFill>
                <a:latin typeface="Noto Sans KR"/>
                <a:ea typeface="Noto Sans KR"/>
                <a:cs typeface="Noto Sans KR"/>
              </a:defRPr>
            </a:lvl7pPr>
            <a:lvl8pPr algn="l">
              <a:defRPr sz="1425" b="0">
                <a:solidFill>
                  <a:srgbClr val="53636B"/>
                </a:solidFill>
                <a:latin typeface="Noto Sans KR"/>
                <a:ea typeface="Noto Sans KR"/>
                <a:cs typeface="Noto Sans KR"/>
              </a:defRPr>
            </a:lvl8pPr>
            <a:lvl9pPr algn="l">
              <a:defRPr sz="1425" b="0">
                <a:solidFill>
                  <a:srgbClr val="53636B"/>
                </a:solidFill>
                <a:latin typeface="Noto Sans KR"/>
                <a:ea typeface="Noto Sans KR"/>
                <a:cs typeface="Noto Sans KR"/>
              </a:defRPr>
            </a:lvl9pPr>
          </a:lstStyle>
          <a:p xmlns:a="http://schemas.openxmlformats.org/drawingml/2006/main">
            <a:pPr algn="l">
              <a:defRPr sz="1425" b="0">
                <a:solidFill>
                  <a:srgbClr val="53636B"/>
                </a:solidFill>
                <a:latin typeface="Noto Sans KR"/>
                <a:ea typeface="Noto Sans KR"/>
                <a:cs typeface="Noto Sans KR"/>
              </a:defRPr>
            </a:pPr>
            <a:r>
              <a:rPr sz="1425" b="0">
                <a:solidFill>
                  <a:srgbClr val="53636B"/>
                </a:solidFill>
                <a:latin typeface="Noto Sans KR"/>
                <a:ea typeface="Noto Sans KR"/>
                <a:cs typeface="Noto Sans KR"/>
              </a:rPr>
              <a:t>설명용 생성 이미지</a:t>
            </a:r>
          </a:p>
        </p:txBody>
      </p:sp>
      <p:sp>
        <p:nvSpPr>
          <p:cNvPr id="5" name="KAMIS 도매가격">
            <a:extLst xmlns:a="http://schemas.openxmlformats.org/drawingml/2006/main">
              <a:ext uri="{FF2B5EF4-FFF2-40B4-BE49-F238E27FC236}">
                <a16:creationId xmlns:a16="http://schemas.microsoft.com/office/drawing/2014/main" id="{B4B0E520-F7E2-4857-AABF-488D2427E0B5}"/>
              </a:ext>
            </a:extLst>
          </p:cNvPr>
          <p:cNvSpPr>
            <a:spLocks xmlns:a="http://schemas.openxmlformats.org/drawingml/2006/main" noGrp="1"/>
          </p:cNvSpPr>
          <p:nvPr/>
        </p:nvSpPr>
        <p:spPr>
          <a:xfrm xmlns:a="http://schemas.openxmlformats.org/drawingml/2006/main">
            <a:off x="609600" y="494347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2B33"/>
                </a:solidFill>
                <a:latin typeface="Noto Sans KR"/>
                <a:ea typeface="Noto Sans KR"/>
                <a:cs typeface="Noto Sans KR"/>
              </a:defRPr>
            </a:defPPr>
            <a:lvl1pPr algn="l">
              <a:defRPr sz="2175" b="1">
                <a:solidFill>
                  <a:srgbClr val="152B33"/>
                </a:solidFill>
                <a:latin typeface="Noto Sans KR"/>
                <a:ea typeface="Noto Sans KR"/>
                <a:cs typeface="Noto Sans KR"/>
              </a:defRPr>
            </a:lvl1pPr>
            <a:lvl2pPr algn="l">
              <a:defRPr sz="2175" b="1">
                <a:solidFill>
                  <a:srgbClr val="152B33"/>
                </a:solidFill>
                <a:latin typeface="Noto Sans KR"/>
                <a:ea typeface="Noto Sans KR"/>
                <a:cs typeface="Noto Sans KR"/>
              </a:defRPr>
            </a:lvl2pPr>
            <a:lvl3pPr algn="l">
              <a:defRPr sz="2175" b="1">
                <a:solidFill>
                  <a:srgbClr val="152B33"/>
                </a:solidFill>
                <a:latin typeface="Noto Sans KR"/>
                <a:ea typeface="Noto Sans KR"/>
                <a:cs typeface="Noto Sans KR"/>
              </a:defRPr>
            </a:lvl3pPr>
            <a:lvl4pPr algn="l">
              <a:defRPr sz="2175" b="1">
                <a:solidFill>
                  <a:srgbClr val="152B33"/>
                </a:solidFill>
                <a:latin typeface="Noto Sans KR"/>
                <a:ea typeface="Noto Sans KR"/>
                <a:cs typeface="Noto Sans KR"/>
              </a:defRPr>
            </a:lvl4pPr>
            <a:lvl5pPr algn="l">
              <a:defRPr sz="2175" b="1">
                <a:solidFill>
                  <a:srgbClr val="152B33"/>
                </a:solidFill>
                <a:latin typeface="Noto Sans KR"/>
                <a:ea typeface="Noto Sans KR"/>
                <a:cs typeface="Noto Sans KR"/>
              </a:defRPr>
            </a:lvl5pPr>
            <a:lvl6pPr algn="l">
              <a:defRPr sz="2175" b="1">
                <a:solidFill>
                  <a:srgbClr val="152B33"/>
                </a:solidFill>
                <a:latin typeface="Noto Sans KR"/>
                <a:ea typeface="Noto Sans KR"/>
                <a:cs typeface="Noto Sans KR"/>
              </a:defRPr>
            </a:lvl6pPr>
            <a:lvl7pPr algn="l">
              <a:defRPr sz="2175" b="1">
                <a:solidFill>
                  <a:srgbClr val="152B33"/>
                </a:solidFill>
                <a:latin typeface="Noto Sans KR"/>
                <a:ea typeface="Noto Sans KR"/>
                <a:cs typeface="Noto Sans KR"/>
              </a:defRPr>
            </a:lvl7pPr>
            <a:lvl8pPr algn="l">
              <a:defRPr sz="2175" b="1">
                <a:solidFill>
                  <a:srgbClr val="152B33"/>
                </a:solidFill>
                <a:latin typeface="Noto Sans KR"/>
                <a:ea typeface="Noto Sans KR"/>
                <a:cs typeface="Noto Sans KR"/>
              </a:defRPr>
            </a:lvl8pPr>
            <a:lvl9pPr algn="l">
              <a:defRPr sz="2175" b="1">
                <a:solidFill>
                  <a:srgbClr val="152B33"/>
                </a:solidFill>
                <a:latin typeface="Noto Sans KR"/>
                <a:ea typeface="Noto Sans KR"/>
                <a:cs typeface="Noto Sans KR"/>
              </a:defRPr>
            </a:lvl9pPr>
          </a:lstStyle>
          <a:p xmlns:a="http://schemas.openxmlformats.org/drawingml/2006/main">
            <a:pPr algn="l">
              <a:defRPr sz="2175" b="1">
                <a:solidFill>
                  <a:srgbClr val="152B33"/>
                </a:solidFill>
                <a:latin typeface="Noto Sans KR"/>
                <a:ea typeface="Noto Sans KR"/>
                <a:cs typeface="Noto Sans KR"/>
              </a:defRPr>
            </a:pPr>
            <a:r>
              <a:rPr sz="2175" b="1">
                <a:solidFill>
                  <a:srgbClr val="152B33"/>
                </a:solidFill>
                <a:latin typeface="Noto Sans KR"/>
                <a:ea typeface="Noto Sans KR"/>
                <a:cs typeface="Noto Sans KR"/>
              </a:rPr>
              <a:t>KAMIS 도매가격</a:t>
            </a:r>
          </a:p>
        </p:txBody>
      </p:sp>
      <p:sp>
        <p:nvSpPr>
          <p:cNvPr id="6" name="농가 수취단가와 다릅니다">
            <a:extLst xmlns:a="http://schemas.openxmlformats.org/drawingml/2006/main">
              <a:ext uri="{FF2B5EF4-FFF2-40B4-BE49-F238E27FC236}">
                <a16:creationId xmlns:a16="http://schemas.microsoft.com/office/drawing/2014/main" id="{668B29B5-DE2F-4476-9F26-6073544A6E51}"/>
              </a:ext>
            </a:extLst>
          </p:cNvPr>
          <p:cNvSpPr>
            <a:spLocks xmlns:a="http://schemas.openxmlformats.org/drawingml/2006/main" noGrp="1"/>
          </p:cNvSpPr>
          <p:nvPr/>
        </p:nvSpPr>
        <p:spPr>
          <a:xfrm xmlns:a="http://schemas.openxmlformats.org/drawingml/2006/main">
            <a:off x="609600" y="5305425"/>
            <a:ext cx="395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5232"/>
                </a:solidFill>
                <a:latin typeface="Noto Sans KR"/>
                <a:ea typeface="Noto Sans KR"/>
                <a:cs typeface="Noto Sans KR"/>
              </a:defRPr>
            </a:defPPr>
            <a:lvl1pPr algn="l">
              <a:defRPr sz="1875" b="1">
                <a:solidFill>
                  <a:srgbClr val="BD5232"/>
                </a:solidFill>
                <a:latin typeface="Noto Sans KR"/>
                <a:ea typeface="Noto Sans KR"/>
                <a:cs typeface="Noto Sans KR"/>
              </a:defRPr>
            </a:lvl1pPr>
            <a:lvl2pPr algn="l">
              <a:defRPr sz="1875" b="1">
                <a:solidFill>
                  <a:srgbClr val="BD5232"/>
                </a:solidFill>
                <a:latin typeface="Noto Sans KR"/>
                <a:ea typeface="Noto Sans KR"/>
                <a:cs typeface="Noto Sans KR"/>
              </a:defRPr>
            </a:lvl2pPr>
            <a:lvl3pPr algn="l">
              <a:defRPr sz="1875" b="1">
                <a:solidFill>
                  <a:srgbClr val="BD5232"/>
                </a:solidFill>
                <a:latin typeface="Noto Sans KR"/>
                <a:ea typeface="Noto Sans KR"/>
                <a:cs typeface="Noto Sans KR"/>
              </a:defRPr>
            </a:lvl3pPr>
            <a:lvl4pPr algn="l">
              <a:defRPr sz="1875" b="1">
                <a:solidFill>
                  <a:srgbClr val="BD5232"/>
                </a:solidFill>
                <a:latin typeface="Noto Sans KR"/>
                <a:ea typeface="Noto Sans KR"/>
                <a:cs typeface="Noto Sans KR"/>
              </a:defRPr>
            </a:lvl4pPr>
            <a:lvl5pPr algn="l">
              <a:defRPr sz="1875" b="1">
                <a:solidFill>
                  <a:srgbClr val="BD5232"/>
                </a:solidFill>
                <a:latin typeface="Noto Sans KR"/>
                <a:ea typeface="Noto Sans KR"/>
                <a:cs typeface="Noto Sans KR"/>
              </a:defRPr>
            </a:lvl5pPr>
            <a:lvl6pPr algn="l">
              <a:defRPr sz="1875" b="1">
                <a:solidFill>
                  <a:srgbClr val="BD5232"/>
                </a:solidFill>
                <a:latin typeface="Noto Sans KR"/>
                <a:ea typeface="Noto Sans KR"/>
                <a:cs typeface="Noto Sans KR"/>
              </a:defRPr>
            </a:lvl6pPr>
            <a:lvl7pPr algn="l">
              <a:defRPr sz="1875" b="1">
                <a:solidFill>
                  <a:srgbClr val="BD5232"/>
                </a:solidFill>
                <a:latin typeface="Noto Sans KR"/>
                <a:ea typeface="Noto Sans KR"/>
                <a:cs typeface="Noto Sans KR"/>
              </a:defRPr>
            </a:lvl7pPr>
            <a:lvl8pPr algn="l">
              <a:defRPr sz="1875" b="1">
                <a:solidFill>
                  <a:srgbClr val="BD5232"/>
                </a:solidFill>
                <a:latin typeface="Noto Sans KR"/>
                <a:ea typeface="Noto Sans KR"/>
                <a:cs typeface="Noto Sans KR"/>
              </a:defRPr>
            </a:lvl8pPr>
            <a:lvl9pPr algn="l">
              <a:defRPr sz="1875" b="1">
                <a:solidFill>
                  <a:srgbClr val="BD5232"/>
                </a:solidFill>
                <a:latin typeface="Noto Sans KR"/>
                <a:ea typeface="Noto Sans KR"/>
                <a:cs typeface="Noto Sans KR"/>
              </a:defRPr>
            </a:lvl9pPr>
          </a:lstStyle>
          <a:p xmlns:a="http://schemas.openxmlformats.org/drawingml/2006/main">
            <a:pPr algn="l">
              <a:defRPr sz="1875" b="1">
                <a:solidFill>
                  <a:srgbClr val="BD5232"/>
                </a:solidFill>
                <a:latin typeface="Noto Sans KR"/>
                <a:ea typeface="Noto Sans KR"/>
                <a:cs typeface="Noto Sans KR"/>
              </a:defRPr>
            </a:pPr>
            <a:r>
              <a:rPr sz="1875" b="1">
                <a:solidFill>
                  <a:srgbClr val="BD5232"/>
                </a:solidFill>
                <a:latin typeface="Noto Sans KR"/>
                <a:ea typeface="Noto Sans KR"/>
                <a:cs typeface="Noto Sans KR"/>
              </a:rPr>
              <a:t>농가 수취단가와 다릅니다</a:t>
            </a:r>
          </a:p>
        </p:txBody>
      </p:sp>
      <p:sp>
        <p:nvSpPr>
          <p:cNvPr id="7" name="2021–2023 학습">
            <a:extLst xmlns:a="http://schemas.openxmlformats.org/drawingml/2006/main">
              <a:ext uri="{FF2B5EF4-FFF2-40B4-BE49-F238E27FC236}">
                <a16:creationId xmlns:a16="http://schemas.microsoft.com/office/drawing/2014/main" id="{B6E26723-3ABD-42D0-B8DC-0D785EF7D5CD}"/>
              </a:ext>
            </a:extLst>
          </p:cNvPr>
          <p:cNvSpPr>
            <a:spLocks xmlns:a="http://schemas.openxmlformats.org/drawingml/2006/main" noGrp="1"/>
          </p:cNvSpPr>
          <p:nvPr/>
        </p:nvSpPr>
        <p:spPr>
          <a:xfrm xmlns:a="http://schemas.openxmlformats.org/drawingml/2006/main">
            <a:off x="5038725" y="1714500"/>
            <a:ext cx="295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2021–2023 학습</a:t>
            </a:r>
          </a:p>
        </p:txBody>
      </p:sp>
      <p:sp>
        <p:nvSpPr>
          <p:cNvPr id="8" name="2024 선택">
            <a:extLst xmlns:a="http://schemas.openxmlformats.org/drawingml/2006/main">
              <a:ext uri="{FF2B5EF4-FFF2-40B4-BE49-F238E27FC236}">
                <a16:creationId xmlns:a16="http://schemas.microsoft.com/office/drawing/2014/main" id="{E5725340-A433-4DFD-B1FE-5675C65A3CE8}"/>
              </a:ext>
            </a:extLst>
          </p:cNvPr>
          <p:cNvSpPr>
            <a:spLocks xmlns:a="http://schemas.openxmlformats.org/drawingml/2006/main" noGrp="1"/>
          </p:cNvSpPr>
          <p:nvPr/>
        </p:nvSpPr>
        <p:spPr>
          <a:xfrm xmlns:a="http://schemas.openxmlformats.org/drawingml/2006/main">
            <a:off x="8572500" y="1714500"/>
            <a:ext cx="3009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8343D"/>
                </a:solidFill>
                <a:latin typeface="Noto Sans KR"/>
                <a:ea typeface="Noto Sans KR"/>
                <a:cs typeface="Noto Sans KR"/>
              </a:defRPr>
            </a:defPPr>
            <a:lvl1pPr algn="r">
              <a:defRPr sz="1875" b="0">
                <a:solidFill>
                  <a:srgbClr val="28343D"/>
                </a:solidFill>
                <a:latin typeface="Noto Sans KR"/>
                <a:ea typeface="Noto Sans KR"/>
                <a:cs typeface="Noto Sans KR"/>
              </a:defRPr>
            </a:lvl1pPr>
            <a:lvl2pPr algn="r">
              <a:defRPr sz="1875" b="0">
                <a:solidFill>
                  <a:srgbClr val="28343D"/>
                </a:solidFill>
                <a:latin typeface="Noto Sans KR"/>
                <a:ea typeface="Noto Sans KR"/>
                <a:cs typeface="Noto Sans KR"/>
              </a:defRPr>
            </a:lvl2pPr>
            <a:lvl3pPr algn="r">
              <a:defRPr sz="1875" b="0">
                <a:solidFill>
                  <a:srgbClr val="28343D"/>
                </a:solidFill>
                <a:latin typeface="Noto Sans KR"/>
                <a:ea typeface="Noto Sans KR"/>
                <a:cs typeface="Noto Sans KR"/>
              </a:defRPr>
            </a:lvl3pPr>
            <a:lvl4pPr algn="r">
              <a:defRPr sz="1875" b="0">
                <a:solidFill>
                  <a:srgbClr val="28343D"/>
                </a:solidFill>
                <a:latin typeface="Noto Sans KR"/>
                <a:ea typeface="Noto Sans KR"/>
                <a:cs typeface="Noto Sans KR"/>
              </a:defRPr>
            </a:lvl4pPr>
            <a:lvl5pPr algn="r">
              <a:defRPr sz="1875" b="0">
                <a:solidFill>
                  <a:srgbClr val="28343D"/>
                </a:solidFill>
                <a:latin typeface="Noto Sans KR"/>
                <a:ea typeface="Noto Sans KR"/>
                <a:cs typeface="Noto Sans KR"/>
              </a:defRPr>
            </a:lvl5pPr>
            <a:lvl6pPr algn="r">
              <a:defRPr sz="1875" b="0">
                <a:solidFill>
                  <a:srgbClr val="28343D"/>
                </a:solidFill>
                <a:latin typeface="Noto Sans KR"/>
                <a:ea typeface="Noto Sans KR"/>
                <a:cs typeface="Noto Sans KR"/>
              </a:defRPr>
            </a:lvl6pPr>
            <a:lvl7pPr algn="r">
              <a:defRPr sz="1875" b="0">
                <a:solidFill>
                  <a:srgbClr val="28343D"/>
                </a:solidFill>
                <a:latin typeface="Noto Sans KR"/>
                <a:ea typeface="Noto Sans KR"/>
                <a:cs typeface="Noto Sans KR"/>
              </a:defRPr>
            </a:lvl7pPr>
            <a:lvl8pPr algn="r">
              <a:defRPr sz="1875" b="0">
                <a:solidFill>
                  <a:srgbClr val="28343D"/>
                </a:solidFill>
                <a:latin typeface="Noto Sans KR"/>
                <a:ea typeface="Noto Sans KR"/>
                <a:cs typeface="Noto Sans KR"/>
              </a:defRPr>
            </a:lvl8pPr>
            <a:lvl9pPr algn="r">
              <a:defRPr sz="1875" b="0">
                <a:solidFill>
                  <a:srgbClr val="28343D"/>
                </a:solidFill>
                <a:latin typeface="Noto Sans KR"/>
                <a:ea typeface="Noto Sans KR"/>
                <a:cs typeface="Noto Sans KR"/>
              </a:defRPr>
            </a:lvl9pPr>
          </a:lstStyle>
          <a:p xmlns:a="http://schemas.openxmlformats.org/drawingml/2006/main">
            <a:pPr algn="r">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2024 선택</a:t>
            </a:r>
          </a:p>
        </p:txBody>
      </p:sp>
      <p:sp>
        <p:nvSpPr>
          <p:cNvPr id="9" name="">
            <a:extLst xmlns:a="http://schemas.openxmlformats.org/drawingml/2006/main">
              <a:ext uri="{FF2B5EF4-FFF2-40B4-BE49-F238E27FC236}">
                <a16:creationId xmlns:a16="http://schemas.microsoft.com/office/drawing/2014/main" id="{98822169-A652-4A37-8951-E7A2358838EF}"/>
              </a:ext>
            </a:extLst>
          </p:cNvPr>
          <p:cNvSpPr>
            <a:spLocks xmlns:a="http://schemas.openxmlformats.org/drawingml/2006/main" noGrp="1"/>
          </p:cNvSpPr>
          <p:nvPr/>
        </p:nvSpPr>
        <p:spPr>
          <a:xfrm xmlns:a="http://schemas.openxmlformats.org/drawingml/2006/main">
            <a:off x="5038725" y="2257425"/>
            <a:ext cx="6543675" cy="0"/>
          </a:xfrm>
          <a:prstGeom xmlns:a="http://schemas.openxmlformats.org/drawingml/2006/main" prst="line">
            <a:avLst/>
          </a:prstGeom>
          <a:ln xmlns:a="http://schemas.openxmlformats.org/drawingml/2006/main" w="23813">
            <a:solidFill>
              <a:srgbClr val="3158A7"/>
            </a:solidFill>
          </a:ln>
        </p:spPr>
      </p:sp>
      <p:sp>
        <p:nvSpPr>
          <p:cNvPr id="10" name="2025 고정 평가 · 106개 관측 월">
            <a:extLst xmlns:a="http://schemas.openxmlformats.org/drawingml/2006/main">
              <a:ext uri="{FF2B5EF4-FFF2-40B4-BE49-F238E27FC236}">
                <a16:creationId xmlns:a16="http://schemas.microsoft.com/office/drawing/2014/main" id="{788E735F-E418-4546-898A-EAA1A112262D}"/>
              </a:ext>
            </a:extLst>
          </p:cNvPr>
          <p:cNvSpPr>
            <a:spLocks xmlns:a="http://schemas.openxmlformats.org/drawingml/2006/main" noGrp="1"/>
          </p:cNvSpPr>
          <p:nvPr/>
        </p:nvSpPr>
        <p:spPr>
          <a:xfrm xmlns:a="http://schemas.openxmlformats.org/drawingml/2006/main">
            <a:off x="5038725" y="2495550"/>
            <a:ext cx="6543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158A7"/>
                </a:solidFill>
                <a:latin typeface="Noto Sans KR"/>
                <a:ea typeface="Noto Sans KR"/>
                <a:cs typeface="Noto Sans KR"/>
              </a:defRPr>
            </a:defPPr>
            <a:lvl1pPr algn="l">
              <a:defRPr sz="2175" b="1">
                <a:solidFill>
                  <a:srgbClr val="3158A7"/>
                </a:solidFill>
                <a:latin typeface="Noto Sans KR"/>
                <a:ea typeface="Noto Sans KR"/>
                <a:cs typeface="Noto Sans KR"/>
              </a:defRPr>
            </a:lvl1pPr>
            <a:lvl2pPr algn="l">
              <a:defRPr sz="2175" b="1">
                <a:solidFill>
                  <a:srgbClr val="3158A7"/>
                </a:solidFill>
                <a:latin typeface="Noto Sans KR"/>
                <a:ea typeface="Noto Sans KR"/>
                <a:cs typeface="Noto Sans KR"/>
              </a:defRPr>
            </a:lvl2pPr>
            <a:lvl3pPr algn="l">
              <a:defRPr sz="2175" b="1">
                <a:solidFill>
                  <a:srgbClr val="3158A7"/>
                </a:solidFill>
                <a:latin typeface="Noto Sans KR"/>
                <a:ea typeface="Noto Sans KR"/>
                <a:cs typeface="Noto Sans KR"/>
              </a:defRPr>
            </a:lvl3pPr>
            <a:lvl4pPr algn="l">
              <a:defRPr sz="2175" b="1">
                <a:solidFill>
                  <a:srgbClr val="3158A7"/>
                </a:solidFill>
                <a:latin typeface="Noto Sans KR"/>
                <a:ea typeface="Noto Sans KR"/>
                <a:cs typeface="Noto Sans KR"/>
              </a:defRPr>
            </a:lvl4pPr>
            <a:lvl5pPr algn="l">
              <a:defRPr sz="2175" b="1">
                <a:solidFill>
                  <a:srgbClr val="3158A7"/>
                </a:solidFill>
                <a:latin typeface="Noto Sans KR"/>
                <a:ea typeface="Noto Sans KR"/>
                <a:cs typeface="Noto Sans KR"/>
              </a:defRPr>
            </a:lvl5pPr>
            <a:lvl6pPr algn="l">
              <a:defRPr sz="2175" b="1">
                <a:solidFill>
                  <a:srgbClr val="3158A7"/>
                </a:solidFill>
                <a:latin typeface="Noto Sans KR"/>
                <a:ea typeface="Noto Sans KR"/>
                <a:cs typeface="Noto Sans KR"/>
              </a:defRPr>
            </a:lvl6pPr>
            <a:lvl7pPr algn="l">
              <a:defRPr sz="2175" b="1">
                <a:solidFill>
                  <a:srgbClr val="3158A7"/>
                </a:solidFill>
                <a:latin typeface="Noto Sans KR"/>
                <a:ea typeface="Noto Sans KR"/>
                <a:cs typeface="Noto Sans KR"/>
              </a:defRPr>
            </a:lvl7pPr>
            <a:lvl8pPr algn="l">
              <a:defRPr sz="2175" b="1">
                <a:solidFill>
                  <a:srgbClr val="3158A7"/>
                </a:solidFill>
                <a:latin typeface="Noto Sans KR"/>
                <a:ea typeface="Noto Sans KR"/>
                <a:cs typeface="Noto Sans KR"/>
              </a:defRPr>
            </a:lvl8pPr>
            <a:lvl9pPr algn="l">
              <a:defRPr sz="2175" b="1">
                <a:solidFill>
                  <a:srgbClr val="3158A7"/>
                </a:solidFill>
                <a:latin typeface="Noto Sans KR"/>
                <a:ea typeface="Noto Sans KR"/>
                <a:cs typeface="Noto Sans KR"/>
              </a:defRPr>
            </a:lvl9pPr>
          </a:lstStyle>
          <a:p xmlns:a="http://schemas.openxmlformats.org/drawingml/2006/main">
            <a:pPr algn="l">
              <a:defRPr sz="2175" b="1">
                <a:solidFill>
                  <a:srgbClr val="3158A7"/>
                </a:solidFill>
                <a:latin typeface="Noto Sans KR"/>
                <a:ea typeface="Noto Sans KR"/>
                <a:cs typeface="Noto Sans KR"/>
              </a:defRPr>
            </a:pPr>
            <a:r>
              <a:rPr sz="2175" b="1">
                <a:solidFill>
                  <a:srgbClr val="3158A7"/>
                </a:solidFill>
                <a:latin typeface="Noto Sans KR"/>
                <a:ea typeface="Noto Sans KR"/>
                <a:cs typeface="Noto Sans KR"/>
              </a:rPr>
              <a:t>2025 고정 평가 · 106개 관측 월</a:t>
            </a:r>
          </a:p>
        </p:txBody>
      </p:sp>
      <p:graphicFrame>
        <p:nvGraphicFramePr>
          <p:cNvPr id="11" name="Chart">
            <a:extLst xmlns:a="http://schemas.openxmlformats.org/drawingml/2006/main">
              <a:ext uri="{FF2B5EF4-FFF2-40B4-BE49-F238E27FC236}">
                <a16:creationId xmlns:a16="http://schemas.microsoft.com/office/drawing/2014/main" id="{B361C6B2-4AA3-4460-9604-C4BD5DE4FAD2}"/>
              </a:ext>
            </a:extLst>
          </p:cNvPr>
          <p:cNvGraphicFramePr/>
          <p:nvPr/>
        </p:nvGraphicFramePr>
        <p:xfrm>
          <a:off xmlns:a="http://schemas.openxmlformats.org/drawingml/2006/main" x="5038725" y="3143250"/>
          <a:ext xmlns:a="http://schemas.openxmlformats.org/drawingml/2006/main" cx="6543675" cy="2276475"/>
        </p:xfrm>
        <a:graphic xmlns:a="http://schemas.openxmlformats.org/drawingml/2006/main">
          <a:graphicData uri="http://schemas.openxmlformats.org/drawingml/2006/chart">
            <c:chart xmlns:r="http://schemas.openxmlformats.org/officeDocument/2006/relationships" xmlns:c="http://schemas.openxmlformats.org/drawingml/2006/chart" r:id="R3de4086ff4124fff"/>
          </a:graphicData>
        </a:graphic>
      </p:graphicFrame>
      <p:sp>
        <p:nvSpPr>
          <p:cNvPr id="12" name="평균 절대오차 단위는 원/kg입니다. 2026 전망은 2025년 말 기준의 저장된 전망이며 실시간 예측이 아닙니다.">
            <a:extLst xmlns:a="http://schemas.openxmlformats.org/drawingml/2006/main">
              <a:ext uri="{FF2B5EF4-FFF2-40B4-BE49-F238E27FC236}">
                <a16:creationId xmlns:a16="http://schemas.microsoft.com/office/drawing/2014/main" id="{1C41ED0B-8430-47A0-9108-306EDCEFE5AA}"/>
              </a:ext>
            </a:extLst>
          </p:cNvPr>
          <p:cNvSpPr>
            <a:spLocks xmlns:a="http://schemas.openxmlformats.org/drawingml/2006/main" noGrp="1"/>
          </p:cNvSpPr>
          <p:nvPr/>
        </p:nvSpPr>
        <p:spPr>
          <a:xfrm xmlns:a="http://schemas.openxmlformats.org/drawingml/2006/main">
            <a:off x="609600" y="60293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평균 절대오차 단위는 원/kg입니다. 2026 전망은 2025년 말 기준의 저장된 전망이며 실시간 예측이 아닙니다.</a:t>
            </a:r>
          </a:p>
        </p:txBody>
      </p:sp>
    </p:spTree>
    <p:extLst>
      <p:ext uri="{BB962C8B-B14F-4D97-AF65-F5344CB8AC3E}">
        <p14:creationId xmlns:p14="http://schemas.microsoft.com/office/powerpoint/2010/main" val="12790200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공개자료 모델의 실제 계획 입력">
            <a:extLst xmlns:a="http://schemas.openxmlformats.org/drawingml/2006/main">
              <a:ext uri="{FF2B5EF4-FFF2-40B4-BE49-F238E27FC236}">
                <a16:creationId xmlns:a16="http://schemas.microsoft.com/office/drawing/2014/main" id="{5EC1A04F-BC09-4952-8AB8-5EF50AF96FEF}"/>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공개자료 모델의 실제 계획 입력</a:t>
            </a:r>
          </a:p>
        </p:txBody>
      </p:sp>
      <p:sp>
        <p:nvSpPr>
          <p:cNvPr id="2" name="14">
            <a:extLst xmlns:a="http://schemas.openxmlformats.org/drawingml/2006/main">
              <a:ext uri="{FF2B5EF4-FFF2-40B4-BE49-F238E27FC236}">
                <a16:creationId xmlns:a16="http://schemas.microsoft.com/office/drawing/2014/main" id="{817B07EF-588E-4D0D-BDE0-05075B698D1A}"/>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14</a:t>
            </a:r>
          </a:p>
        </p:txBody>
      </p:sp>
      <p:sp>
        <p:nvSpPr>
          <p:cNvPr id="3" name="품목·면적·시작 연도는 위쪽 기본 계획에서 입력합니다">
            <a:extLst xmlns:a="http://schemas.openxmlformats.org/drawingml/2006/main">
              <a:ext uri="{FF2B5EF4-FFF2-40B4-BE49-F238E27FC236}">
                <a16:creationId xmlns:a16="http://schemas.microsoft.com/office/drawing/2014/main" id="{B01B3279-7CC0-4BF9-9DA2-5511FA427370}"/>
              </a:ext>
            </a:extLst>
          </p:cNvPr>
          <p:cNvSpPr>
            <a:spLocks xmlns:a="http://schemas.openxmlformats.org/drawingml/2006/main" noGrp="1"/>
          </p:cNvSpPr>
          <p:nvPr/>
        </p:nvSpPr>
        <p:spPr>
          <a:xfrm xmlns:a="http://schemas.openxmlformats.org/drawingml/2006/main">
            <a:off x="609600" y="15716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품목·면적·시작 연도는 위쪽 기본 계획에서 입력합니다</a:t>
            </a:r>
          </a:p>
        </p:txBody>
      </p:sp>
      <p:pic>
        <p:nvPicPr>
          <p:cNvPr id="4" name="">
            <a:extLst xmlns:a="http://schemas.openxmlformats.org/drawingml/2006/main">
              <a:ext uri="{FF2B5EF4-FFF2-40B4-BE49-F238E27FC236}">
                <a16:creationId xmlns:a16="http://schemas.microsoft.com/office/drawing/2014/main" id="{3512455A-3C54-42BE-B04D-E219D4650645}"/>
              </a:ext>
            </a:extLst>
          </p:cNvPr>
          <p:cNvPicPr>
            <a:picLocks xmlns:a="http://schemas.openxmlformats.org/drawingml/2006/main" noChangeAspect="1"/>
          </p:cNvPicPr>
          <p:nvPr/>
        </p:nvPicPr>
        <p:blipFill>
          <a:blip xmlns:r="http://schemas.openxmlformats.org/officeDocument/2006/relationships" xmlns:a="http://schemas.openxmlformats.org/drawingml/2006/main" r:embed="Rce844439f64a41af"/>
          <a:srcRect xmlns:a="http://schemas.openxmlformats.org/drawingml/2006/main" l="13941" t="32808" r="14658" b="23753"/>
          <a:stretch xmlns:a="http://schemas.openxmlformats.org/drawingml/2006/main"/>
        </p:blipFill>
        <p:spPr>
          <a:xfrm xmlns:a="http://schemas.openxmlformats.org/drawingml/2006/main">
            <a:off x="609600" y="2238375"/>
            <a:ext cx="10972800" cy="3314700"/>
          </a:xfrm>
          <a:prstGeom xmlns:a="http://schemas.openxmlformats.org/drawingml/2006/main" prst="rect">
            <a:avLst/>
          </a:prstGeom>
        </p:spPr>
      </p:pic>
      <p:sp>
        <p:nvSpPr>
          <p:cNvPr id="5" name="품종·지역·시군구·시설 유형·정식 월을 추가로 입력합니다.&#10;이 화면은 공개자료 모델용이며, 대회 명세서의 7개 입력 폼과 구분">
            <a:extLst xmlns:a="http://schemas.openxmlformats.org/drawingml/2006/main">
              <a:ext uri="{FF2B5EF4-FFF2-40B4-BE49-F238E27FC236}">
                <a16:creationId xmlns:a16="http://schemas.microsoft.com/office/drawing/2014/main" id="{F9A4353A-5AEA-4DED-8AC6-A630CF7AA704}"/>
              </a:ext>
            </a:extLst>
          </p:cNvPr>
          <p:cNvSpPr>
            <a:spLocks xmlns:a="http://schemas.openxmlformats.org/drawingml/2006/main" noGrp="1"/>
          </p:cNvSpPr>
          <p:nvPr/>
        </p:nvSpPr>
        <p:spPr>
          <a:xfrm xmlns:a="http://schemas.openxmlformats.org/drawingml/2006/main">
            <a:off x="609600" y="58293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품종·지역·시군구·시설 유형·정식 월을 추가로 입력합니다.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이 화면은 공개자료 모델용이며, 대회 명세서의 7개 입력 폼과 구분합니다.</a:t>
            </a:r>
          </a:p>
        </p:txBody>
      </p:sp>
    </p:spTree>
    <p:extLst>
      <p:ext uri="{BB962C8B-B14F-4D97-AF65-F5344CB8AC3E}">
        <p14:creationId xmlns:p14="http://schemas.microsoft.com/office/powerpoint/2010/main" val="18842767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집계 참고값으로 계산한 예시 화면">
            <a:extLst xmlns:a="http://schemas.openxmlformats.org/drawingml/2006/main">
              <a:ext uri="{FF2B5EF4-FFF2-40B4-BE49-F238E27FC236}">
                <a16:creationId xmlns:a16="http://schemas.microsoft.com/office/drawing/2014/main" id="{8FAED67C-B8D8-4D24-B1F5-01B6D38E884A}"/>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집계 참고값으로 계산한 예시 화면</a:t>
            </a:r>
          </a:p>
        </p:txBody>
      </p:sp>
      <p:sp>
        <p:nvSpPr>
          <p:cNvPr id="2" name="15">
            <a:extLst xmlns:a="http://schemas.openxmlformats.org/drawingml/2006/main">
              <a:ext uri="{FF2B5EF4-FFF2-40B4-BE49-F238E27FC236}">
                <a16:creationId xmlns:a16="http://schemas.microsoft.com/office/drawing/2014/main" id="{FF2D3F95-0CB4-4998-AEF3-16B097B32D09}"/>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15</a:t>
            </a:r>
          </a:p>
        </p:txBody>
      </p:sp>
      <p:sp>
        <p:nvSpPr>
          <p:cNvPr id="3" name="과거 집계 수량 3,344.5kg를 사용한 별도 시연">
            <a:extLst xmlns:a="http://schemas.openxmlformats.org/drawingml/2006/main">
              <a:ext uri="{FF2B5EF4-FFF2-40B4-BE49-F238E27FC236}">
                <a16:creationId xmlns:a16="http://schemas.microsoft.com/office/drawing/2014/main" id="{5846BA3C-69F0-43DB-AAEF-2A91B8D813A7}"/>
              </a:ext>
            </a:extLst>
          </p:cNvPr>
          <p:cNvSpPr>
            <a:spLocks xmlns:a="http://schemas.openxmlformats.org/drawingml/2006/main" noGrp="1"/>
          </p:cNvSpPr>
          <p:nvPr/>
        </p:nvSpPr>
        <p:spPr>
          <a:xfrm xmlns:a="http://schemas.openxmlformats.org/drawingml/2006/main">
            <a:off x="609600" y="14478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BD5232"/>
                </a:solidFill>
                <a:latin typeface="Noto Sans KR"/>
                <a:ea typeface="Noto Sans KR"/>
                <a:cs typeface="Noto Sans KR"/>
              </a:defRPr>
            </a:defPPr>
            <a:lvl1pPr algn="l">
              <a:defRPr sz="1950" b="1">
                <a:solidFill>
                  <a:srgbClr val="BD5232"/>
                </a:solidFill>
                <a:latin typeface="Noto Sans KR"/>
                <a:ea typeface="Noto Sans KR"/>
                <a:cs typeface="Noto Sans KR"/>
              </a:defRPr>
            </a:lvl1pPr>
            <a:lvl2pPr algn="l">
              <a:defRPr sz="1950" b="1">
                <a:solidFill>
                  <a:srgbClr val="BD5232"/>
                </a:solidFill>
                <a:latin typeface="Noto Sans KR"/>
                <a:ea typeface="Noto Sans KR"/>
                <a:cs typeface="Noto Sans KR"/>
              </a:defRPr>
            </a:lvl2pPr>
            <a:lvl3pPr algn="l">
              <a:defRPr sz="1950" b="1">
                <a:solidFill>
                  <a:srgbClr val="BD5232"/>
                </a:solidFill>
                <a:latin typeface="Noto Sans KR"/>
                <a:ea typeface="Noto Sans KR"/>
                <a:cs typeface="Noto Sans KR"/>
              </a:defRPr>
            </a:lvl3pPr>
            <a:lvl4pPr algn="l">
              <a:defRPr sz="1950" b="1">
                <a:solidFill>
                  <a:srgbClr val="BD5232"/>
                </a:solidFill>
                <a:latin typeface="Noto Sans KR"/>
                <a:ea typeface="Noto Sans KR"/>
                <a:cs typeface="Noto Sans KR"/>
              </a:defRPr>
            </a:lvl4pPr>
            <a:lvl5pPr algn="l">
              <a:defRPr sz="1950" b="1">
                <a:solidFill>
                  <a:srgbClr val="BD5232"/>
                </a:solidFill>
                <a:latin typeface="Noto Sans KR"/>
                <a:ea typeface="Noto Sans KR"/>
                <a:cs typeface="Noto Sans KR"/>
              </a:defRPr>
            </a:lvl5pPr>
            <a:lvl6pPr algn="l">
              <a:defRPr sz="1950" b="1">
                <a:solidFill>
                  <a:srgbClr val="BD5232"/>
                </a:solidFill>
                <a:latin typeface="Noto Sans KR"/>
                <a:ea typeface="Noto Sans KR"/>
                <a:cs typeface="Noto Sans KR"/>
              </a:defRPr>
            </a:lvl6pPr>
            <a:lvl7pPr algn="l">
              <a:defRPr sz="1950" b="1">
                <a:solidFill>
                  <a:srgbClr val="BD5232"/>
                </a:solidFill>
                <a:latin typeface="Noto Sans KR"/>
                <a:ea typeface="Noto Sans KR"/>
                <a:cs typeface="Noto Sans KR"/>
              </a:defRPr>
            </a:lvl7pPr>
            <a:lvl8pPr algn="l">
              <a:defRPr sz="1950" b="1">
                <a:solidFill>
                  <a:srgbClr val="BD5232"/>
                </a:solidFill>
                <a:latin typeface="Noto Sans KR"/>
                <a:ea typeface="Noto Sans KR"/>
                <a:cs typeface="Noto Sans KR"/>
              </a:defRPr>
            </a:lvl8pPr>
            <a:lvl9pPr algn="l">
              <a:defRPr sz="1950" b="1">
                <a:solidFill>
                  <a:srgbClr val="BD5232"/>
                </a:solidFill>
                <a:latin typeface="Noto Sans KR"/>
                <a:ea typeface="Noto Sans KR"/>
                <a:cs typeface="Noto Sans KR"/>
              </a:defRPr>
            </a:lvl9pPr>
          </a:lstStyle>
          <a:p xmlns:a="http://schemas.openxmlformats.org/drawingml/2006/main">
            <a:pPr algn="l">
              <a:defRPr sz="1950" b="1">
                <a:solidFill>
                  <a:srgbClr val="BD5232"/>
                </a:solidFill>
                <a:latin typeface="Noto Sans KR"/>
                <a:ea typeface="Noto Sans KR"/>
                <a:cs typeface="Noto Sans KR"/>
              </a:defRPr>
            </a:pPr>
            <a:r>
              <a:rPr sz="1950" b="1">
                <a:solidFill>
                  <a:srgbClr val="BD5232"/>
                </a:solidFill>
                <a:latin typeface="Noto Sans KR"/>
                <a:ea typeface="Noto Sans KR"/>
                <a:cs typeface="Noto Sans KR"/>
              </a:rPr>
              <a:t>과거 집계 수량 3,344.5kg를 사용한 별도 시연</a:t>
            </a:r>
          </a:p>
        </p:txBody>
      </p:sp>
      <p:pic>
        <p:nvPicPr>
          <p:cNvPr id="4" name="">
            <a:extLst xmlns:a="http://schemas.openxmlformats.org/drawingml/2006/main">
              <a:ext uri="{FF2B5EF4-FFF2-40B4-BE49-F238E27FC236}">
                <a16:creationId xmlns:a16="http://schemas.microsoft.com/office/drawing/2014/main" id="{F5059223-1184-4D1C-846C-BFB8B6E112B4}"/>
              </a:ext>
            </a:extLst>
          </p:cNvPr>
          <p:cNvPicPr>
            <a:picLocks xmlns:a="http://schemas.openxmlformats.org/drawingml/2006/main" noChangeAspect="1"/>
          </p:cNvPicPr>
          <p:nvPr/>
        </p:nvPicPr>
        <p:blipFill>
          <a:blip xmlns:r="http://schemas.openxmlformats.org/officeDocument/2006/relationships" xmlns:a="http://schemas.openxmlformats.org/drawingml/2006/main" r:embed="R4c371407f24b42c8"/>
          <a:srcRect xmlns:a="http://schemas.openxmlformats.org/drawingml/2006/main" l="12899" t="19160" r="12899" b="14436"/>
          <a:stretch xmlns:a="http://schemas.openxmlformats.org/drawingml/2006/main"/>
        </p:blipFill>
        <p:spPr>
          <a:xfrm xmlns:a="http://schemas.openxmlformats.org/drawingml/2006/main">
            <a:off x="1219200" y="2047875"/>
            <a:ext cx="9753600" cy="4333875"/>
          </a:xfrm>
          <a:prstGeom xmlns:a="http://schemas.openxmlformats.org/drawingml/2006/main" prst="rect">
            <a:avLst/>
          </a:prstGeom>
        </p:spPr>
      </p:pic>
    </p:spTree>
    <p:extLst>
      <p:ext uri="{BB962C8B-B14F-4D97-AF65-F5344CB8AC3E}">
        <p14:creationId xmlns:p14="http://schemas.microsoft.com/office/powerpoint/2010/main" val="6544678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안심구역에서 남은 실제 자료 검증">
            <a:extLst xmlns:a="http://schemas.openxmlformats.org/drawingml/2006/main">
              <a:ext uri="{FF2B5EF4-FFF2-40B4-BE49-F238E27FC236}">
                <a16:creationId xmlns:a16="http://schemas.microsoft.com/office/drawing/2014/main" id="{0352D438-BB33-4C31-A584-BAC0201B8402}"/>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안심구역에서 남은 실제 자료 검증</a:t>
            </a:r>
          </a:p>
        </p:txBody>
      </p:sp>
      <p:sp>
        <p:nvSpPr>
          <p:cNvPr id="2" name="16">
            <a:extLst xmlns:a="http://schemas.openxmlformats.org/drawingml/2006/main">
              <a:ext uri="{FF2B5EF4-FFF2-40B4-BE49-F238E27FC236}">
                <a16:creationId xmlns:a16="http://schemas.microsoft.com/office/drawing/2014/main" id="{1C142105-9986-4B57-9EBE-3BF22E36E956}"/>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16</a:t>
            </a:r>
          </a:p>
        </p:txBody>
      </p:sp>
      <p:pic>
        <p:nvPicPr>
          <p:cNvPr id="3" name="">
            <a:extLst xmlns:a="http://schemas.openxmlformats.org/drawingml/2006/main">
              <a:ext uri="{FF2B5EF4-FFF2-40B4-BE49-F238E27FC236}">
                <a16:creationId xmlns:a16="http://schemas.microsoft.com/office/drawing/2014/main" id="{FBA26227-D582-4202-A446-337ECAD7ECB6}"/>
              </a:ext>
            </a:extLst>
          </p:cNvPr>
          <p:cNvPicPr>
            <a:picLocks xmlns:a="http://schemas.openxmlformats.org/drawingml/2006/main" noChangeAspect="1"/>
          </p:cNvPicPr>
          <p:nvPr/>
        </p:nvPicPr>
        <p:blipFill>
          <a:blip xmlns:r="http://schemas.openxmlformats.org/officeDocument/2006/relationships" xmlns:a="http://schemas.openxmlformats.org/drawingml/2006/main" r:embed="R7268e1404c0d4755"/>
          <a:stretch xmlns:a="http://schemas.openxmlformats.org/drawingml/2006/main"/>
        </p:blipFill>
        <p:spPr>
          <a:xfrm xmlns:a="http://schemas.openxmlformats.org/drawingml/2006/main">
            <a:off x="7429500" y="2076450"/>
            <a:ext cx="4152900" cy="3114675"/>
          </a:xfrm>
          <a:prstGeom xmlns:a="http://schemas.openxmlformats.org/drawingml/2006/main" prst="rect">
            <a:avLst/>
          </a:prstGeom>
        </p:spPr>
      </p:pic>
      <p:sp>
        <p:nvSpPr>
          <p:cNvPr id="4" name="01">
            <a:extLst xmlns:a="http://schemas.openxmlformats.org/drawingml/2006/main">
              <a:ext uri="{FF2B5EF4-FFF2-40B4-BE49-F238E27FC236}">
                <a16:creationId xmlns:a16="http://schemas.microsoft.com/office/drawing/2014/main" id="{8EE0F01C-012E-45C3-970A-E4DE5F059973}"/>
              </a:ext>
            </a:extLst>
          </p:cNvPr>
          <p:cNvSpPr>
            <a:spLocks xmlns:a="http://schemas.openxmlformats.org/drawingml/2006/main" noGrp="1"/>
          </p:cNvSpPr>
          <p:nvPr/>
        </p:nvSpPr>
        <p:spPr>
          <a:xfrm xmlns:a="http://schemas.openxmlformats.org/drawingml/2006/main">
            <a:off x="609600" y="1771650"/>
            <a:ext cx="638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158A7"/>
                </a:solidFill>
                <a:latin typeface="Noto Sans KR"/>
                <a:ea typeface="Noto Sans KR"/>
                <a:cs typeface="Noto Sans KR"/>
              </a:defRPr>
            </a:defPPr>
            <a:lvl1pPr algn="l">
              <a:defRPr sz="2550" b="1">
                <a:solidFill>
                  <a:srgbClr val="3158A7"/>
                </a:solidFill>
                <a:latin typeface="Noto Sans KR"/>
                <a:ea typeface="Noto Sans KR"/>
                <a:cs typeface="Noto Sans KR"/>
              </a:defRPr>
            </a:lvl1pPr>
            <a:lvl2pPr algn="l">
              <a:defRPr sz="2550" b="1">
                <a:solidFill>
                  <a:srgbClr val="3158A7"/>
                </a:solidFill>
                <a:latin typeface="Noto Sans KR"/>
                <a:ea typeface="Noto Sans KR"/>
                <a:cs typeface="Noto Sans KR"/>
              </a:defRPr>
            </a:lvl2pPr>
            <a:lvl3pPr algn="l">
              <a:defRPr sz="2550" b="1">
                <a:solidFill>
                  <a:srgbClr val="3158A7"/>
                </a:solidFill>
                <a:latin typeface="Noto Sans KR"/>
                <a:ea typeface="Noto Sans KR"/>
                <a:cs typeface="Noto Sans KR"/>
              </a:defRPr>
            </a:lvl3pPr>
            <a:lvl4pPr algn="l">
              <a:defRPr sz="2550" b="1">
                <a:solidFill>
                  <a:srgbClr val="3158A7"/>
                </a:solidFill>
                <a:latin typeface="Noto Sans KR"/>
                <a:ea typeface="Noto Sans KR"/>
                <a:cs typeface="Noto Sans KR"/>
              </a:defRPr>
            </a:lvl4pPr>
            <a:lvl5pPr algn="l">
              <a:defRPr sz="2550" b="1">
                <a:solidFill>
                  <a:srgbClr val="3158A7"/>
                </a:solidFill>
                <a:latin typeface="Noto Sans KR"/>
                <a:ea typeface="Noto Sans KR"/>
                <a:cs typeface="Noto Sans KR"/>
              </a:defRPr>
            </a:lvl5pPr>
            <a:lvl6pPr algn="l">
              <a:defRPr sz="2550" b="1">
                <a:solidFill>
                  <a:srgbClr val="3158A7"/>
                </a:solidFill>
                <a:latin typeface="Noto Sans KR"/>
                <a:ea typeface="Noto Sans KR"/>
                <a:cs typeface="Noto Sans KR"/>
              </a:defRPr>
            </a:lvl6pPr>
            <a:lvl7pPr algn="l">
              <a:defRPr sz="2550" b="1">
                <a:solidFill>
                  <a:srgbClr val="3158A7"/>
                </a:solidFill>
                <a:latin typeface="Noto Sans KR"/>
                <a:ea typeface="Noto Sans KR"/>
                <a:cs typeface="Noto Sans KR"/>
              </a:defRPr>
            </a:lvl7pPr>
            <a:lvl8pPr algn="l">
              <a:defRPr sz="2550" b="1">
                <a:solidFill>
                  <a:srgbClr val="3158A7"/>
                </a:solidFill>
                <a:latin typeface="Noto Sans KR"/>
                <a:ea typeface="Noto Sans KR"/>
                <a:cs typeface="Noto Sans KR"/>
              </a:defRPr>
            </a:lvl8pPr>
            <a:lvl9pPr algn="l">
              <a:defRPr sz="2550" b="1">
                <a:solidFill>
                  <a:srgbClr val="3158A7"/>
                </a:solidFill>
                <a:latin typeface="Noto Sans KR"/>
                <a:ea typeface="Noto Sans KR"/>
                <a:cs typeface="Noto Sans KR"/>
              </a:defRPr>
            </a:lvl9pPr>
          </a:lstStyle>
          <a:p xmlns:a="http://schemas.openxmlformats.org/drawingml/2006/main">
            <a:pPr algn="l">
              <a:defRPr sz="2550" b="1">
                <a:solidFill>
                  <a:srgbClr val="3158A7"/>
                </a:solidFill>
                <a:latin typeface="Noto Sans KR"/>
                <a:ea typeface="Noto Sans KR"/>
                <a:cs typeface="Noto Sans KR"/>
              </a:defRPr>
            </a:pPr>
            <a:r>
              <a:rPr sz="2550" b="1">
                <a:solidFill>
                  <a:srgbClr val="3158A7"/>
                </a:solidFill>
                <a:latin typeface="Noto Sans KR"/>
                <a:ea typeface="Noto Sans KR"/>
                <a:cs typeface="Noto Sans KR"/>
              </a:rPr>
              <a:t>01</a:t>
            </a:r>
          </a:p>
        </p:txBody>
      </p:sp>
      <p:sp>
        <p:nvSpPr>
          <p:cNvPr id="5" name="기록의 의미 확인">
            <a:extLst xmlns:a="http://schemas.openxmlformats.org/drawingml/2006/main">
              <a:ext uri="{FF2B5EF4-FFF2-40B4-BE49-F238E27FC236}">
                <a16:creationId xmlns:a16="http://schemas.microsoft.com/office/drawing/2014/main" id="{1722684B-811E-47EA-89C7-8BE9A6F5B49A}"/>
              </a:ext>
            </a:extLst>
          </p:cNvPr>
          <p:cNvSpPr>
            <a:spLocks xmlns:a="http://schemas.openxmlformats.org/drawingml/2006/main" noGrp="1"/>
          </p:cNvSpPr>
          <p:nvPr/>
        </p:nvSpPr>
        <p:spPr>
          <a:xfrm xmlns:a="http://schemas.openxmlformats.org/drawingml/2006/main">
            <a:off x="1514475" y="177165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기록의 의미 확인</a:t>
            </a:r>
          </a:p>
        </p:txBody>
      </p:sp>
      <p:sp>
        <p:nvSpPr>
          <p:cNvPr id="6" name="품목·단위·경영조사 기간·증분/누계">
            <a:extLst xmlns:a="http://schemas.openxmlformats.org/drawingml/2006/main">
              <a:ext uri="{FF2B5EF4-FFF2-40B4-BE49-F238E27FC236}">
                <a16:creationId xmlns:a16="http://schemas.microsoft.com/office/drawing/2014/main" id="{DF2A610C-8AC0-44D8-ABA0-FF1A4070737F}"/>
              </a:ext>
            </a:extLst>
          </p:cNvPr>
          <p:cNvSpPr>
            <a:spLocks xmlns:a="http://schemas.openxmlformats.org/drawingml/2006/main" noGrp="1"/>
          </p:cNvSpPr>
          <p:nvPr/>
        </p:nvSpPr>
        <p:spPr>
          <a:xfrm xmlns:a="http://schemas.openxmlformats.org/drawingml/2006/main">
            <a:off x="1514475" y="220027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품목·단위·경영조사 기간·증분/누계</a:t>
            </a:r>
          </a:p>
        </p:txBody>
      </p:sp>
      <p:sp>
        <p:nvSpPr>
          <p:cNvPr id="7" name="02">
            <a:extLst xmlns:a="http://schemas.openxmlformats.org/drawingml/2006/main">
              <a:ext uri="{FF2B5EF4-FFF2-40B4-BE49-F238E27FC236}">
                <a16:creationId xmlns:a16="http://schemas.microsoft.com/office/drawing/2014/main" id="{BA8FC3D2-9F93-41FE-9CE6-7407A056EBCC}"/>
              </a:ext>
            </a:extLst>
          </p:cNvPr>
          <p:cNvSpPr>
            <a:spLocks xmlns:a="http://schemas.openxmlformats.org/drawingml/2006/main" noGrp="1"/>
          </p:cNvSpPr>
          <p:nvPr/>
        </p:nvSpPr>
        <p:spPr>
          <a:xfrm xmlns:a="http://schemas.openxmlformats.org/drawingml/2006/main">
            <a:off x="609600" y="2724150"/>
            <a:ext cx="638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158A7"/>
                </a:solidFill>
                <a:latin typeface="Noto Sans KR"/>
                <a:ea typeface="Noto Sans KR"/>
                <a:cs typeface="Noto Sans KR"/>
              </a:defRPr>
            </a:defPPr>
            <a:lvl1pPr algn="l">
              <a:defRPr sz="2550" b="1">
                <a:solidFill>
                  <a:srgbClr val="3158A7"/>
                </a:solidFill>
                <a:latin typeface="Noto Sans KR"/>
                <a:ea typeface="Noto Sans KR"/>
                <a:cs typeface="Noto Sans KR"/>
              </a:defRPr>
            </a:lvl1pPr>
            <a:lvl2pPr algn="l">
              <a:defRPr sz="2550" b="1">
                <a:solidFill>
                  <a:srgbClr val="3158A7"/>
                </a:solidFill>
                <a:latin typeface="Noto Sans KR"/>
                <a:ea typeface="Noto Sans KR"/>
                <a:cs typeface="Noto Sans KR"/>
              </a:defRPr>
            </a:lvl2pPr>
            <a:lvl3pPr algn="l">
              <a:defRPr sz="2550" b="1">
                <a:solidFill>
                  <a:srgbClr val="3158A7"/>
                </a:solidFill>
                <a:latin typeface="Noto Sans KR"/>
                <a:ea typeface="Noto Sans KR"/>
                <a:cs typeface="Noto Sans KR"/>
              </a:defRPr>
            </a:lvl3pPr>
            <a:lvl4pPr algn="l">
              <a:defRPr sz="2550" b="1">
                <a:solidFill>
                  <a:srgbClr val="3158A7"/>
                </a:solidFill>
                <a:latin typeface="Noto Sans KR"/>
                <a:ea typeface="Noto Sans KR"/>
                <a:cs typeface="Noto Sans KR"/>
              </a:defRPr>
            </a:lvl4pPr>
            <a:lvl5pPr algn="l">
              <a:defRPr sz="2550" b="1">
                <a:solidFill>
                  <a:srgbClr val="3158A7"/>
                </a:solidFill>
                <a:latin typeface="Noto Sans KR"/>
                <a:ea typeface="Noto Sans KR"/>
                <a:cs typeface="Noto Sans KR"/>
              </a:defRPr>
            </a:lvl5pPr>
            <a:lvl6pPr algn="l">
              <a:defRPr sz="2550" b="1">
                <a:solidFill>
                  <a:srgbClr val="3158A7"/>
                </a:solidFill>
                <a:latin typeface="Noto Sans KR"/>
                <a:ea typeface="Noto Sans KR"/>
                <a:cs typeface="Noto Sans KR"/>
              </a:defRPr>
            </a:lvl6pPr>
            <a:lvl7pPr algn="l">
              <a:defRPr sz="2550" b="1">
                <a:solidFill>
                  <a:srgbClr val="3158A7"/>
                </a:solidFill>
                <a:latin typeface="Noto Sans KR"/>
                <a:ea typeface="Noto Sans KR"/>
                <a:cs typeface="Noto Sans KR"/>
              </a:defRPr>
            </a:lvl7pPr>
            <a:lvl8pPr algn="l">
              <a:defRPr sz="2550" b="1">
                <a:solidFill>
                  <a:srgbClr val="3158A7"/>
                </a:solidFill>
                <a:latin typeface="Noto Sans KR"/>
                <a:ea typeface="Noto Sans KR"/>
                <a:cs typeface="Noto Sans KR"/>
              </a:defRPr>
            </a:lvl8pPr>
            <a:lvl9pPr algn="l">
              <a:defRPr sz="2550" b="1">
                <a:solidFill>
                  <a:srgbClr val="3158A7"/>
                </a:solidFill>
                <a:latin typeface="Noto Sans KR"/>
                <a:ea typeface="Noto Sans KR"/>
                <a:cs typeface="Noto Sans KR"/>
              </a:defRPr>
            </a:lvl9pPr>
          </a:lstStyle>
          <a:p xmlns:a="http://schemas.openxmlformats.org/drawingml/2006/main">
            <a:pPr algn="l">
              <a:defRPr sz="2550" b="1">
                <a:solidFill>
                  <a:srgbClr val="3158A7"/>
                </a:solidFill>
                <a:latin typeface="Noto Sans KR"/>
                <a:ea typeface="Noto Sans KR"/>
                <a:cs typeface="Noto Sans KR"/>
              </a:defRPr>
            </a:pPr>
            <a:r>
              <a:rPr sz="2550" b="1">
                <a:solidFill>
                  <a:srgbClr val="3158A7"/>
                </a:solidFill>
                <a:latin typeface="Noto Sans KR"/>
                <a:ea typeface="Noto Sans KR"/>
                <a:cs typeface="Noto Sans KR"/>
              </a:rPr>
              <a:t>02</a:t>
            </a:r>
          </a:p>
        </p:txBody>
      </p:sp>
      <p:sp>
        <p:nvSpPr>
          <p:cNvPr id="8" name="명세대로 연결">
            <a:extLst xmlns:a="http://schemas.openxmlformats.org/drawingml/2006/main">
              <a:ext uri="{FF2B5EF4-FFF2-40B4-BE49-F238E27FC236}">
                <a16:creationId xmlns:a16="http://schemas.microsoft.com/office/drawing/2014/main" id="{5A12FD44-6A37-499A-A2CC-748914997218}"/>
              </a:ext>
            </a:extLst>
          </p:cNvPr>
          <p:cNvSpPr>
            <a:spLocks xmlns:a="http://schemas.openxmlformats.org/drawingml/2006/main" noGrp="1"/>
          </p:cNvSpPr>
          <p:nvPr/>
        </p:nvSpPr>
        <p:spPr>
          <a:xfrm xmlns:a="http://schemas.openxmlformats.org/drawingml/2006/main">
            <a:off x="1514475" y="272415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명세대로 연결</a:t>
            </a:r>
          </a:p>
        </p:txBody>
      </p:sp>
      <p:sp>
        <p:nvSpPr>
          <p:cNvPr id="9" name="시설ID·유일한 작기·제외 사유">
            <a:extLst xmlns:a="http://schemas.openxmlformats.org/drawingml/2006/main">
              <a:ext uri="{FF2B5EF4-FFF2-40B4-BE49-F238E27FC236}">
                <a16:creationId xmlns:a16="http://schemas.microsoft.com/office/drawing/2014/main" id="{8E9B1701-FEF5-4031-B9D5-67868813A6BF}"/>
              </a:ext>
            </a:extLst>
          </p:cNvPr>
          <p:cNvSpPr>
            <a:spLocks xmlns:a="http://schemas.openxmlformats.org/drawingml/2006/main" noGrp="1"/>
          </p:cNvSpPr>
          <p:nvPr/>
        </p:nvSpPr>
        <p:spPr>
          <a:xfrm xmlns:a="http://schemas.openxmlformats.org/drawingml/2006/main">
            <a:off x="1514475" y="315277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시설ID·유일한 작기·제외 사유</a:t>
            </a:r>
          </a:p>
        </p:txBody>
      </p:sp>
      <p:sp>
        <p:nvSpPr>
          <p:cNvPr id="10" name="03">
            <a:extLst xmlns:a="http://schemas.openxmlformats.org/drawingml/2006/main">
              <a:ext uri="{FF2B5EF4-FFF2-40B4-BE49-F238E27FC236}">
                <a16:creationId xmlns:a16="http://schemas.microsoft.com/office/drawing/2014/main" id="{C300413C-2C98-4368-9E28-6A55FB92CAA2}"/>
              </a:ext>
            </a:extLst>
          </p:cNvPr>
          <p:cNvSpPr>
            <a:spLocks xmlns:a="http://schemas.openxmlformats.org/drawingml/2006/main" noGrp="1"/>
          </p:cNvSpPr>
          <p:nvPr/>
        </p:nvSpPr>
        <p:spPr>
          <a:xfrm xmlns:a="http://schemas.openxmlformats.org/drawingml/2006/main">
            <a:off x="609600" y="3676650"/>
            <a:ext cx="638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158A7"/>
                </a:solidFill>
                <a:latin typeface="Noto Sans KR"/>
                <a:ea typeface="Noto Sans KR"/>
                <a:cs typeface="Noto Sans KR"/>
              </a:defRPr>
            </a:defPPr>
            <a:lvl1pPr algn="l">
              <a:defRPr sz="2550" b="1">
                <a:solidFill>
                  <a:srgbClr val="3158A7"/>
                </a:solidFill>
                <a:latin typeface="Noto Sans KR"/>
                <a:ea typeface="Noto Sans KR"/>
                <a:cs typeface="Noto Sans KR"/>
              </a:defRPr>
            </a:lvl1pPr>
            <a:lvl2pPr algn="l">
              <a:defRPr sz="2550" b="1">
                <a:solidFill>
                  <a:srgbClr val="3158A7"/>
                </a:solidFill>
                <a:latin typeface="Noto Sans KR"/>
                <a:ea typeface="Noto Sans KR"/>
                <a:cs typeface="Noto Sans KR"/>
              </a:defRPr>
            </a:lvl2pPr>
            <a:lvl3pPr algn="l">
              <a:defRPr sz="2550" b="1">
                <a:solidFill>
                  <a:srgbClr val="3158A7"/>
                </a:solidFill>
                <a:latin typeface="Noto Sans KR"/>
                <a:ea typeface="Noto Sans KR"/>
                <a:cs typeface="Noto Sans KR"/>
              </a:defRPr>
            </a:lvl3pPr>
            <a:lvl4pPr algn="l">
              <a:defRPr sz="2550" b="1">
                <a:solidFill>
                  <a:srgbClr val="3158A7"/>
                </a:solidFill>
                <a:latin typeface="Noto Sans KR"/>
                <a:ea typeface="Noto Sans KR"/>
                <a:cs typeface="Noto Sans KR"/>
              </a:defRPr>
            </a:lvl4pPr>
            <a:lvl5pPr algn="l">
              <a:defRPr sz="2550" b="1">
                <a:solidFill>
                  <a:srgbClr val="3158A7"/>
                </a:solidFill>
                <a:latin typeface="Noto Sans KR"/>
                <a:ea typeface="Noto Sans KR"/>
                <a:cs typeface="Noto Sans KR"/>
              </a:defRPr>
            </a:lvl5pPr>
            <a:lvl6pPr algn="l">
              <a:defRPr sz="2550" b="1">
                <a:solidFill>
                  <a:srgbClr val="3158A7"/>
                </a:solidFill>
                <a:latin typeface="Noto Sans KR"/>
                <a:ea typeface="Noto Sans KR"/>
                <a:cs typeface="Noto Sans KR"/>
              </a:defRPr>
            </a:lvl6pPr>
            <a:lvl7pPr algn="l">
              <a:defRPr sz="2550" b="1">
                <a:solidFill>
                  <a:srgbClr val="3158A7"/>
                </a:solidFill>
                <a:latin typeface="Noto Sans KR"/>
                <a:ea typeface="Noto Sans KR"/>
                <a:cs typeface="Noto Sans KR"/>
              </a:defRPr>
            </a:lvl7pPr>
            <a:lvl8pPr algn="l">
              <a:defRPr sz="2550" b="1">
                <a:solidFill>
                  <a:srgbClr val="3158A7"/>
                </a:solidFill>
                <a:latin typeface="Noto Sans KR"/>
                <a:ea typeface="Noto Sans KR"/>
                <a:cs typeface="Noto Sans KR"/>
              </a:defRPr>
            </a:lvl8pPr>
            <a:lvl9pPr algn="l">
              <a:defRPr sz="2550" b="1">
                <a:solidFill>
                  <a:srgbClr val="3158A7"/>
                </a:solidFill>
                <a:latin typeface="Noto Sans KR"/>
                <a:ea typeface="Noto Sans KR"/>
                <a:cs typeface="Noto Sans KR"/>
              </a:defRPr>
            </a:lvl9pPr>
          </a:lstStyle>
          <a:p xmlns:a="http://schemas.openxmlformats.org/drawingml/2006/main">
            <a:pPr algn="l">
              <a:defRPr sz="2550" b="1">
                <a:solidFill>
                  <a:srgbClr val="3158A7"/>
                </a:solidFill>
                <a:latin typeface="Noto Sans KR"/>
                <a:ea typeface="Noto Sans KR"/>
                <a:cs typeface="Noto Sans KR"/>
              </a:defRPr>
            </a:pPr>
            <a:r>
              <a:rPr sz="2550" b="1">
                <a:solidFill>
                  <a:srgbClr val="3158A7"/>
                </a:solidFill>
                <a:latin typeface="Noto Sans KR"/>
                <a:ea typeface="Noto Sans KR"/>
                <a:cs typeface="Noto Sans KR"/>
              </a:rPr>
              <a:t>03</a:t>
            </a:r>
          </a:p>
        </p:txBody>
      </p:sp>
      <p:sp>
        <p:nvSpPr>
          <p:cNvPr id="11" name="실제 성능 재계산">
            <a:extLst xmlns:a="http://schemas.openxmlformats.org/drawingml/2006/main">
              <a:ext uri="{FF2B5EF4-FFF2-40B4-BE49-F238E27FC236}">
                <a16:creationId xmlns:a16="http://schemas.microsoft.com/office/drawing/2014/main" id="{200F9621-8A68-41E2-A678-4FBF4D630397}"/>
              </a:ext>
            </a:extLst>
          </p:cNvPr>
          <p:cNvSpPr>
            <a:spLocks xmlns:a="http://schemas.openxmlformats.org/drawingml/2006/main" noGrp="1"/>
          </p:cNvSpPr>
          <p:nvPr/>
        </p:nvSpPr>
        <p:spPr>
          <a:xfrm xmlns:a="http://schemas.openxmlformats.org/drawingml/2006/main">
            <a:off x="1514475" y="367665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실제 성능 재계산</a:t>
            </a:r>
          </a:p>
        </p:txBody>
      </p:sp>
      <p:sp>
        <p:nvSpPr>
          <p:cNvPr id="12" name="시설을 분리해 단순 기준과 비교">
            <a:extLst xmlns:a="http://schemas.openxmlformats.org/drawingml/2006/main">
              <a:ext uri="{FF2B5EF4-FFF2-40B4-BE49-F238E27FC236}">
                <a16:creationId xmlns:a16="http://schemas.microsoft.com/office/drawing/2014/main" id="{259C5ED7-192B-4C2C-A32E-C2B2C2FB8DCE}"/>
              </a:ext>
            </a:extLst>
          </p:cNvPr>
          <p:cNvSpPr>
            <a:spLocks xmlns:a="http://schemas.openxmlformats.org/drawingml/2006/main" noGrp="1"/>
          </p:cNvSpPr>
          <p:nvPr/>
        </p:nvSpPr>
        <p:spPr>
          <a:xfrm xmlns:a="http://schemas.openxmlformats.org/drawingml/2006/main">
            <a:off x="1514475" y="410527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시설을 분리해 단순 기준과 비교</a:t>
            </a:r>
          </a:p>
        </p:txBody>
      </p:sp>
      <p:sp>
        <p:nvSpPr>
          <p:cNvPr id="13" name="04">
            <a:extLst xmlns:a="http://schemas.openxmlformats.org/drawingml/2006/main">
              <a:ext uri="{FF2B5EF4-FFF2-40B4-BE49-F238E27FC236}">
                <a16:creationId xmlns:a16="http://schemas.microsoft.com/office/drawing/2014/main" id="{F50F80AE-F04D-4737-B1FD-1E15B54DE25E}"/>
              </a:ext>
            </a:extLst>
          </p:cNvPr>
          <p:cNvSpPr>
            <a:spLocks xmlns:a="http://schemas.openxmlformats.org/drawingml/2006/main" noGrp="1"/>
          </p:cNvSpPr>
          <p:nvPr/>
        </p:nvSpPr>
        <p:spPr>
          <a:xfrm xmlns:a="http://schemas.openxmlformats.org/drawingml/2006/main">
            <a:off x="609600" y="4629150"/>
            <a:ext cx="638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158A7"/>
                </a:solidFill>
                <a:latin typeface="Noto Sans KR"/>
                <a:ea typeface="Noto Sans KR"/>
                <a:cs typeface="Noto Sans KR"/>
              </a:defRPr>
            </a:defPPr>
            <a:lvl1pPr algn="l">
              <a:defRPr sz="2550" b="1">
                <a:solidFill>
                  <a:srgbClr val="3158A7"/>
                </a:solidFill>
                <a:latin typeface="Noto Sans KR"/>
                <a:ea typeface="Noto Sans KR"/>
                <a:cs typeface="Noto Sans KR"/>
              </a:defRPr>
            </a:lvl1pPr>
            <a:lvl2pPr algn="l">
              <a:defRPr sz="2550" b="1">
                <a:solidFill>
                  <a:srgbClr val="3158A7"/>
                </a:solidFill>
                <a:latin typeface="Noto Sans KR"/>
                <a:ea typeface="Noto Sans KR"/>
                <a:cs typeface="Noto Sans KR"/>
              </a:defRPr>
            </a:lvl2pPr>
            <a:lvl3pPr algn="l">
              <a:defRPr sz="2550" b="1">
                <a:solidFill>
                  <a:srgbClr val="3158A7"/>
                </a:solidFill>
                <a:latin typeface="Noto Sans KR"/>
                <a:ea typeface="Noto Sans KR"/>
                <a:cs typeface="Noto Sans KR"/>
              </a:defRPr>
            </a:lvl3pPr>
            <a:lvl4pPr algn="l">
              <a:defRPr sz="2550" b="1">
                <a:solidFill>
                  <a:srgbClr val="3158A7"/>
                </a:solidFill>
                <a:latin typeface="Noto Sans KR"/>
                <a:ea typeface="Noto Sans KR"/>
                <a:cs typeface="Noto Sans KR"/>
              </a:defRPr>
            </a:lvl4pPr>
            <a:lvl5pPr algn="l">
              <a:defRPr sz="2550" b="1">
                <a:solidFill>
                  <a:srgbClr val="3158A7"/>
                </a:solidFill>
                <a:latin typeface="Noto Sans KR"/>
                <a:ea typeface="Noto Sans KR"/>
                <a:cs typeface="Noto Sans KR"/>
              </a:defRPr>
            </a:lvl5pPr>
            <a:lvl6pPr algn="l">
              <a:defRPr sz="2550" b="1">
                <a:solidFill>
                  <a:srgbClr val="3158A7"/>
                </a:solidFill>
                <a:latin typeface="Noto Sans KR"/>
                <a:ea typeface="Noto Sans KR"/>
                <a:cs typeface="Noto Sans KR"/>
              </a:defRPr>
            </a:lvl6pPr>
            <a:lvl7pPr algn="l">
              <a:defRPr sz="2550" b="1">
                <a:solidFill>
                  <a:srgbClr val="3158A7"/>
                </a:solidFill>
                <a:latin typeface="Noto Sans KR"/>
                <a:ea typeface="Noto Sans KR"/>
                <a:cs typeface="Noto Sans KR"/>
              </a:defRPr>
            </a:lvl7pPr>
            <a:lvl8pPr algn="l">
              <a:defRPr sz="2550" b="1">
                <a:solidFill>
                  <a:srgbClr val="3158A7"/>
                </a:solidFill>
                <a:latin typeface="Noto Sans KR"/>
                <a:ea typeface="Noto Sans KR"/>
                <a:cs typeface="Noto Sans KR"/>
              </a:defRPr>
            </a:lvl8pPr>
            <a:lvl9pPr algn="l">
              <a:defRPr sz="2550" b="1">
                <a:solidFill>
                  <a:srgbClr val="3158A7"/>
                </a:solidFill>
                <a:latin typeface="Noto Sans KR"/>
                <a:ea typeface="Noto Sans KR"/>
                <a:cs typeface="Noto Sans KR"/>
              </a:defRPr>
            </a:lvl9pPr>
          </a:lstStyle>
          <a:p xmlns:a="http://schemas.openxmlformats.org/drawingml/2006/main">
            <a:pPr algn="l">
              <a:defRPr sz="2550" b="1">
                <a:solidFill>
                  <a:srgbClr val="3158A7"/>
                </a:solidFill>
                <a:latin typeface="Noto Sans KR"/>
                <a:ea typeface="Noto Sans KR"/>
                <a:cs typeface="Noto Sans KR"/>
              </a:defRPr>
            </a:pPr>
            <a:r>
              <a:rPr sz="2550" b="1">
                <a:solidFill>
                  <a:srgbClr val="3158A7"/>
                </a:solidFill>
                <a:latin typeface="Noto Sans KR"/>
                <a:ea typeface="Noto Sans KR"/>
                <a:cs typeface="Noto Sans KR"/>
              </a:rPr>
              <a:t>04</a:t>
            </a:r>
          </a:p>
        </p:txBody>
      </p:sp>
      <p:sp>
        <p:nvSpPr>
          <p:cNvPr id="14" name="비용 계획에 적용">
            <a:extLst xmlns:a="http://schemas.openxmlformats.org/drawingml/2006/main">
              <a:ext uri="{FF2B5EF4-FFF2-40B4-BE49-F238E27FC236}">
                <a16:creationId xmlns:a16="http://schemas.microsoft.com/office/drawing/2014/main" id="{952FAD42-8E7E-4019-B8C5-9CFFE08DA4CF}"/>
              </a:ext>
            </a:extLst>
          </p:cNvPr>
          <p:cNvSpPr>
            <a:spLocks xmlns:a="http://schemas.openxmlformats.org/drawingml/2006/main" noGrp="1"/>
          </p:cNvSpPr>
          <p:nvPr/>
        </p:nvSpPr>
        <p:spPr>
          <a:xfrm xmlns:a="http://schemas.openxmlformats.org/drawingml/2006/main">
            <a:off x="1514475" y="462915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비용 계획에 적용</a:t>
            </a:r>
          </a:p>
        </p:txBody>
      </p:sp>
      <p:sp>
        <p:nvSpPr>
          <p:cNvPr id="15" name="기간 가정 확인·허용 결과 반출">
            <a:extLst xmlns:a="http://schemas.openxmlformats.org/drawingml/2006/main">
              <a:ext uri="{FF2B5EF4-FFF2-40B4-BE49-F238E27FC236}">
                <a16:creationId xmlns:a16="http://schemas.microsoft.com/office/drawing/2014/main" id="{B0183644-BF5E-4F35-971C-33232E9D885F}"/>
              </a:ext>
            </a:extLst>
          </p:cNvPr>
          <p:cNvSpPr>
            <a:spLocks xmlns:a="http://schemas.openxmlformats.org/drawingml/2006/main" noGrp="1"/>
          </p:cNvSpPr>
          <p:nvPr/>
        </p:nvSpPr>
        <p:spPr>
          <a:xfrm xmlns:a="http://schemas.openxmlformats.org/drawingml/2006/main">
            <a:off x="1514475" y="5057775"/>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기간 가정 확인·허용 결과 반출</a:t>
            </a:r>
          </a:p>
        </p:txBody>
      </p:sp>
      <p:sp>
        <p:nvSpPr>
          <p:cNvPr id="16" name="분석 환경 설명용 생성 이미지">
            <a:extLst xmlns:a="http://schemas.openxmlformats.org/drawingml/2006/main">
              <a:ext uri="{FF2B5EF4-FFF2-40B4-BE49-F238E27FC236}">
                <a16:creationId xmlns:a16="http://schemas.microsoft.com/office/drawing/2014/main" id="{25C93A1C-A5EF-4A2B-BB98-4067F916BFD7}"/>
              </a:ext>
            </a:extLst>
          </p:cNvPr>
          <p:cNvSpPr>
            <a:spLocks xmlns:a="http://schemas.openxmlformats.org/drawingml/2006/main" noGrp="1"/>
          </p:cNvSpPr>
          <p:nvPr/>
        </p:nvSpPr>
        <p:spPr>
          <a:xfrm xmlns:a="http://schemas.openxmlformats.org/drawingml/2006/main">
            <a:off x="7429500" y="5229225"/>
            <a:ext cx="415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36B"/>
                </a:solidFill>
                <a:latin typeface="Noto Sans KR"/>
                <a:ea typeface="Noto Sans KR"/>
                <a:cs typeface="Noto Sans KR"/>
              </a:defRPr>
            </a:defPPr>
            <a:lvl1pPr algn="l">
              <a:defRPr sz="1650" b="0">
                <a:solidFill>
                  <a:srgbClr val="53636B"/>
                </a:solidFill>
                <a:latin typeface="Noto Sans KR"/>
                <a:ea typeface="Noto Sans KR"/>
                <a:cs typeface="Noto Sans KR"/>
              </a:defRPr>
            </a:lvl1pPr>
            <a:lvl2pPr algn="l">
              <a:defRPr sz="1650" b="0">
                <a:solidFill>
                  <a:srgbClr val="53636B"/>
                </a:solidFill>
                <a:latin typeface="Noto Sans KR"/>
                <a:ea typeface="Noto Sans KR"/>
                <a:cs typeface="Noto Sans KR"/>
              </a:defRPr>
            </a:lvl2pPr>
            <a:lvl3pPr algn="l">
              <a:defRPr sz="1650" b="0">
                <a:solidFill>
                  <a:srgbClr val="53636B"/>
                </a:solidFill>
                <a:latin typeface="Noto Sans KR"/>
                <a:ea typeface="Noto Sans KR"/>
                <a:cs typeface="Noto Sans KR"/>
              </a:defRPr>
            </a:lvl3pPr>
            <a:lvl4pPr algn="l">
              <a:defRPr sz="1650" b="0">
                <a:solidFill>
                  <a:srgbClr val="53636B"/>
                </a:solidFill>
                <a:latin typeface="Noto Sans KR"/>
                <a:ea typeface="Noto Sans KR"/>
                <a:cs typeface="Noto Sans KR"/>
              </a:defRPr>
            </a:lvl4pPr>
            <a:lvl5pPr algn="l">
              <a:defRPr sz="1650" b="0">
                <a:solidFill>
                  <a:srgbClr val="53636B"/>
                </a:solidFill>
                <a:latin typeface="Noto Sans KR"/>
                <a:ea typeface="Noto Sans KR"/>
                <a:cs typeface="Noto Sans KR"/>
              </a:defRPr>
            </a:lvl5pPr>
            <a:lvl6pPr algn="l">
              <a:defRPr sz="1650" b="0">
                <a:solidFill>
                  <a:srgbClr val="53636B"/>
                </a:solidFill>
                <a:latin typeface="Noto Sans KR"/>
                <a:ea typeface="Noto Sans KR"/>
                <a:cs typeface="Noto Sans KR"/>
              </a:defRPr>
            </a:lvl6pPr>
            <a:lvl7pPr algn="l">
              <a:defRPr sz="1650" b="0">
                <a:solidFill>
                  <a:srgbClr val="53636B"/>
                </a:solidFill>
                <a:latin typeface="Noto Sans KR"/>
                <a:ea typeface="Noto Sans KR"/>
                <a:cs typeface="Noto Sans KR"/>
              </a:defRPr>
            </a:lvl7pPr>
            <a:lvl8pPr algn="l">
              <a:defRPr sz="1650" b="0">
                <a:solidFill>
                  <a:srgbClr val="53636B"/>
                </a:solidFill>
                <a:latin typeface="Noto Sans KR"/>
                <a:ea typeface="Noto Sans KR"/>
                <a:cs typeface="Noto Sans KR"/>
              </a:defRPr>
            </a:lvl8pPr>
            <a:lvl9pPr algn="l">
              <a:defRPr sz="1650" b="0">
                <a:solidFill>
                  <a:srgbClr val="53636B"/>
                </a:solidFill>
                <a:latin typeface="Noto Sans KR"/>
                <a:ea typeface="Noto Sans KR"/>
                <a:cs typeface="Noto Sans KR"/>
              </a:defRPr>
            </a:lvl9pPr>
          </a:lstStyle>
          <a:p xmlns:a="http://schemas.openxmlformats.org/drawingml/2006/main">
            <a:pPr algn="l">
              <a:defRPr sz="1650" b="0">
                <a:solidFill>
                  <a:srgbClr val="53636B"/>
                </a:solidFill>
                <a:latin typeface="Noto Sans KR"/>
                <a:ea typeface="Noto Sans KR"/>
                <a:cs typeface="Noto Sans KR"/>
              </a:defRPr>
            </a:pPr>
            <a:r>
              <a:rPr sz="1650" b="0">
                <a:solidFill>
                  <a:srgbClr val="53636B"/>
                </a:solidFill>
                <a:latin typeface="Noto Sans KR"/>
                <a:ea typeface="Noto Sans KR"/>
                <a:cs typeface="Noto Sans KR"/>
              </a:rPr>
              <a:t>분석 환경 설명용 생성 이미지</a:t>
            </a:r>
          </a:p>
        </p:txBody>
      </p:sp>
      <p:sp>
        <p:nvSpPr>
          <p:cNvPr id="17" name="현재: 명세 79필드와 실행 경로 준비">
            <a:extLst xmlns:a="http://schemas.openxmlformats.org/drawingml/2006/main">
              <a:ext uri="{FF2B5EF4-FFF2-40B4-BE49-F238E27FC236}">
                <a16:creationId xmlns:a16="http://schemas.microsoft.com/office/drawing/2014/main" id="{451DB23C-2650-4005-A0AE-2D1CF3A5B0BE}"/>
              </a:ext>
            </a:extLst>
          </p:cNvPr>
          <p:cNvSpPr>
            <a:spLocks xmlns:a="http://schemas.openxmlformats.org/drawingml/2006/main" noGrp="1"/>
          </p:cNvSpPr>
          <p:nvPr/>
        </p:nvSpPr>
        <p:spPr>
          <a:xfrm xmlns:a="http://schemas.openxmlformats.org/drawingml/2006/main">
            <a:off x="7429500" y="5629275"/>
            <a:ext cx="4152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158A7"/>
                </a:solidFill>
                <a:latin typeface="Noto Sans KR"/>
                <a:ea typeface="Noto Sans KR"/>
                <a:cs typeface="Noto Sans KR"/>
              </a:defRPr>
            </a:defPPr>
            <a:lvl1pPr algn="l">
              <a:defRPr sz="2025" b="1">
                <a:solidFill>
                  <a:srgbClr val="3158A7"/>
                </a:solidFill>
                <a:latin typeface="Noto Sans KR"/>
                <a:ea typeface="Noto Sans KR"/>
                <a:cs typeface="Noto Sans KR"/>
              </a:defRPr>
            </a:lvl1pPr>
            <a:lvl2pPr algn="l">
              <a:defRPr sz="2025" b="1">
                <a:solidFill>
                  <a:srgbClr val="3158A7"/>
                </a:solidFill>
                <a:latin typeface="Noto Sans KR"/>
                <a:ea typeface="Noto Sans KR"/>
                <a:cs typeface="Noto Sans KR"/>
              </a:defRPr>
            </a:lvl2pPr>
            <a:lvl3pPr algn="l">
              <a:defRPr sz="2025" b="1">
                <a:solidFill>
                  <a:srgbClr val="3158A7"/>
                </a:solidFill>
                <a:latin typeface="Noto Sans KR"/>
                <a:ea typeface="Noto Sans KR"/>
                <a:cs typeface="Noto Sans KR"/>
              </a:defRPr>
            </a:lvl3pPr>
            <a:lvl4pPr algn="l">
              <a:defRPr sz="2025" b="1">
                <a:solidFill>
                  <a:srgbClr val="3158A7"/>
                </a:solidFill>
                <a:latin typeface="Noto Sans KR"/>
                <a:ea typeface="Noto Sans KR"/>
                <a:cs typeface="Noto Sans KR"/>
              </a:defRPr>
            </a:lvl4pPr>
            <a:lvl5pPr algn="l">
              <a:defRPr sz="2025" b="1">
                <a:solidFill>
                  <a:srgbClr val="3158A7"/>
                </a:solidFill>
                <a:latin typeface="Noto Sans KR"/>
                <a:ea typeface="Noto Sans KR"/>
                <a:cs typeface="Noto Sans KR"/>
              </a:defRPr>
            </a:lvl5pPr>
            <a:lvl6pPr algn="l">
              <a:defRPr sz="2025" b="1">
                <a:solidFill>
                  <a:srgbClr val="3158A7"/>
                </a:solidFill>
                <a:latin typeface="Noto Sans KR"/>
                <a:ea typeface="Noto Sans KR"/>
                <a:cs typeface="Noto Sans KR"/>
              </a:defRPr>
            </a:lvl6pPr>
            <a:lvl7pPr algn="l">
              <a:defRPr sz="2025" b="1">
                <a:solidFill>
                  <a:srgbClr val="3158A7"/>
                </a:solidFill>
                <a:latin typeface="Noto Sans KR"/>
                <a:ea typeface="Noto Sans KR"/>
                <a:cs typeface="Noto Sans KR"/>
              </a:defRPr>
            </a:lvl7pPr>
            <a:lvl8pPr algn="l">
              <a:defRPr sz="2025" b="1">
                <a:solidFill>
                  <a:srgbClr val="3158A7"/>
                </a:solidFill>
                <a:latin typeface="Noto Sans KR"/>
                <a:ea typeface="Noto Sans KR"/>
                <a:cs typeface="Noto Sans KR"/>
              </a:defRPr>
            </a:lvl8pPr>
            <a:lvl9pPr algn="l">
              <a:defRPr sz="2025" b="1">
                <a:solidFill>
                  <a:srgbClr val="3158A7"/>
                </a:solidFill>
                <a:latin typeface="Noto Sans KR"/>
                <a:ea typeface="Noto Sans KR"/>
                <a:cs typeface="Noto Sans KR"/>
              </a:defRPr>
            </a:lvl9pPr>
          </a:lstStyle>
          <a:p xmlns:a="http://schemas.openxmlformats.org/drawingml/2006/main">
            <a:pPr algn="l">
              <a:defRPr sz="2025" b="1">
                <a:solidFill>
                  <a:srgbClr val="3158A7"/>
                </a:solidFill>
                <a:latin typeface="Noto Sans KR"/>
                <a:ea typeface="Noto Sans KR"/>
                <a:cs typeface="Noto Sans KR"/>
              </a:defRPr>
            </a:pPr>
            <a:r>
              <a:rPr sz="2025" b="1">
                <a:solidFill>
                  <a:srgbClr val="3158A7"/>
                </a:solidFill>
                <a:latin typeface="Noto Sans KR"/>
                <a:ea typeface="Noto Sans KR"/>
                <a:cs typeface="Noto Sans KR"/>
              </a:rPr>
              <a:t>현재: 명세 79필드와 실행 경로 준비</a:t>
            </a:r>
          </a:p>
        </p:txBody>
      </p:sp>
    </p:spTree>
    <p:extLst>
      <p:ext uri="{BB962C8B-B14F-4D97-AF65-F5344CB8AC3E}">
        <p14:creationId xmlns:p14="http://schemas.microsoft.com/office/powerpoint/2010/main" val="20993555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DSZ 11종 자료의 현재 활용 범위">
            <a:extLst xmlns:a="http://schemas.openxmlformats.org/drawingml/2006/main">
              <a:ext uri="{FF2B5EF4-FFF2-40B4-BE49-F238E27FC236}">
                <a16:creationId xmlns:a16="http://schemas.microsoft.com/office/drawing/2014/main" id="{98AD30D1-D246-45A4-AF6D-16DADC1C54F9}"/>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DSZ 11종 자료의 현재 활용 범위</a:t>
            </a:r>
          </a:p>
        </p:txBody>
      </p:sp>
      <p:sp>
        <p:nvSpPr>
          <p:cNvPr id="2" name="17">
            <a:extLst xmlns:a="http://schemas.openxmlformats.org/drawingml/2006/main">
              <a:ext uri="{FF2B5EF4-FFF2-40B4-BE49-F238E27FC236}">
                <a16:creationId xmlns:a16="http://schemas.microsoft.com/office/drawing/2014/main" id="{1C84A067-1977-4CC0-AE88-454922B2ECD8}"/>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17</a:t>
            </a:r>
          </a:p>
        </p:txBody>
      </p:sp>
      <p:graphicFrame>
        <p:nvGraphicFramePr>
          <p:cNvPr id="3" name="">
            <a:extLst xmlns:a="http://schemas.openxmlformats.org/drawingml/2006/main">
              <a:ext uri="{FF2B5EF4-FFF2-40B4-BE49-F238E27FC236}">
                <a16:creationId xmlns:a16="http://schemas.microsoft.com/office/drawing/2014/main" id="{8CA6713D-AB65-4F46-B4B7-42E5FF7040EA}"/>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5905500"/>
                <a:gridCol w="5067300"/>
              </a:tblGrid>
              <a:tr h="619125">
                <a:tc>
                  <a:txBody>
                    <a:bodyPr lIns="114300" tIns="114300" rIns="114300" bIns="114300"/>
                    <a:lstStyle/>
                    <a:p>
                      <a:r>
                        <a:rPr sz="1725" b="1">
                          <a:solidFill>
                            <a:srgbClr val="152B33"/>
                          </a:solidFill>
                          <a:latin typeface="Noto Sans KR"/>
                          <a:ea typeface="Noto Sans KR"/>
                          <a:cs typeface="Noto Sans KR"/>
                        </a:rPr>
                        <a:t>농정원 자료</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현재 처리</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619125">
                <a:tc>
                  <a:txBody>
                    <a:bodyPr lIns="114300" tIns="114300" rIns="114300" bIns="114300"/>
                    <a:lstStyle/>
                    <a:p>
                      <a:r>
                        <a:rPr sz="1725" b="0">
                          <a:solidFill>
                            <a:srgbClr val="152B33"/>
                          </a:solidFill>
                          <a:latin typeface="Noto Sans KR"/>
                          <a:ea typeface="Noto Sans KR"/>
                          <a:cs typeface="Noto Sans KR"/>
                        </a:rPr>
                        <a:t>DZ_002 시설 / DZ_004 경영조사</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작기 연결·학습 구조 구현</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DZ_001 환경 / DZ_003 생육</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컬럼·타입·키 검사 구현</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DZ_005 기상 / DZ_006 특보 / DZ_007 태풍</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컬럼·타입·키 검사 구현</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DZ_008 토마토 이미지 / DZ_009 종묘 주문</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공통 시설ID 키가 없어 이번 경로 제외</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DZ_010 소 / DZ_011 돼지 경락가격</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작물 도입 분석과 별도 거래 자료로 제외</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대회 원자료의 실제 분석·성능은 현장 확인 전입니다.&#10;품목별 실제 표본 수는 명세만으로 알 수 없습니다.">
            <a:extLst xmlns:a="http://schemas.openxmlformats.org/drawingml/2006/main">
              <a:ext uri="{FF2B5EF4-FFF2-40B4-BE49-F238E27FC236}">
                <a16:creationId xmlns:a16="http://schemas.microsoft.com/office/drawing/2014/main" id="{D9686F48-B092-4FF4-98D3-F89EDC73D905}"/>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대회 원자료의 실제 분석·성능은 현장 확인 전입니다.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품목별 실제 표본 수는 명세만으로 알 수 없습니다.</a:t>
            </a:r>
          </a:p>
        </p:txBody>
      </p:sp>
    </p:spTree>
    <p:extLst>
      <p:ext uri="{BB962C8B-B14F-4D97-AF65-F5344CB8AC3E}">
        <p14:creationId xmlns:p14="http://schemas.microsoft.com/office/powerpoint/2010/main" val="12408147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원명세의 컬럼·타입·단위를 코드에 반영">
            <a:extLst xmlns:a="http://schemas.openxmlformats.org/drawingml/2006/main">
              <a:ext uri="{FF2B5EF4-FFF2-40B4-BE49-F238E27FC236}">
                <a16:creationId xmlns:a16="http://schemas.microsoft.com/office/drawing/2014/main" id="{DA2D7951-D367-44BE-9622-4A36053869A5}"/>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원명세의 컬럼·타입·단위를 코드에 반영</a:t>
            </a:r>
          </a:p>
        </p:txBody>
      </p:sp>
      <p:sp>
        <p:nvSpPr>
          <p:cNvPr id="2" name="18">
            <a:extLst xmlns:a="http://schemas.openxmlformats.org/drawingml/2006/main">
              <a:ext uri="{FF2B5EF4-FFF2-40B4-BE49-F238E27FC236}">
                <a16:creationId xmlns:a16="http://schemas.microsoft.com/office/drawing/2014/main" id="{5C12B9DF-EBD3-47E9-96B3-5DE8E4DDABEC}"/>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18</a:t>
            </a:r>
          </a:p>
        </p:txBody>
      </p:sp>
      <p:graphicFrame>
        <p:nvGraphicFramePr>
          <p:cNvPr id="3" name="">
            <a:extLst xmlns:a="http://schemas.openxmlformats.org/drawingml/2006/main">
              <a:ext uri="{FF2B5EF4-FFF2-40B4-BE49-F238E27FC236}">
                <a16:creationId xmlns:a16="http://schemas.microsoft.com/office/drawing/2014/main" id="{02B63196-A6BE-4BD0-AA57-6397ABC99532}"/>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4476750"/>
                <a:gridCol w="2762250"/>
                <a:gridCol w="3733800"/>
              </a:tblGrid>
              <a:tr h="619125">
                <a:tc>
                  <a:txBody>
                    <a:bodyPr lIns="114300" tIns="114300" rIns="114300" bIns="114300"/>
                    <a:lstStyle/>
                    <a:p>
                      <a:r>
                        <a:rPr sz="1725" b="1">
                          <a:solidFill>
                            <a:srgbClr val="152B33"/>
                          </a:solidFill>
                          <a:latin typeface="Noto Sans KR"/>
                          <a:ea typeface="Noto Sans KR"/>
                          <a:cs typeface="Noto Sans KR"/>
                        </a:rPr>
                        <a:t>원 컬럼</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의미</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타입·단위</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619125">
                <a:tc>
                  <a:txBody>
                    <a:bodyPr lIns="114300" tIns="114300" rIns="114300" bIns="114300"/>
                    <a:lstStyle/>
                    <a:p>
                      <a:r>
                        <a:rPr sz="1725" b="0">
                          <a:solidFill>
                            <a:srgbClr val="152B33"/>
                          </a:solidFill>
                          <a:latin typeface="Noto Sans KR"/>
                          <a:ea typeface="Noto Sans KR"/>
                          <a:cs typeface="Noto Sans KR"/>
                        </a:rPr>
                        <a:t>FCLT_ID</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시설 연결</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VARCHAR2(20)</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ITEM_NM</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재배 품목</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VARCHAR2(200)</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HTHS_SFC</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온실 면적</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NUMBER(17,3) · ㎡</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ALL_SHPMNT_KGUNT_QTY</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총출하량 목표</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NUMBER(20) · kg</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ALL_INCM_AMT</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총수입 목표</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NUMBER(17,2) · 원</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DZ_001~007의 79개 필드를 반영했습니다.&#10;전체 필드명·자료형·단위·키는 발표자 노트에 보존했습니다.">
            <a:extLst xmlns:a="http://schemas.openxmlformats.org/drawingml/2006/main">
              <a:ext uri="{FF2B5EF4-FFF2-40B4-BE49-F238E27FC236}">
                <a16:creationId xmlns:a16="http://schemas.microsoft.com/office/drawing/2014/main" id="{89BAB13C-1D88-43A4-907C-E055DE49AD15}"/>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DZ_001~007의 79개 필드를 반영했습니다.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전체 필드명·자료형·단위·키는 발표자 노트에 보존했습니다.</a:t>
            </a:r>
          </a:p>
        </p:txBody>
      </p:sp>
    </p:spTree>
    <p:extLst>
      <p:ext uri="{BB962C8B-B14F-4D97-AF65-F5344CB8AC3E}">
        <p14:creationId xmlns:p14="http://schemas.microsoft.com/office/powerpoint/2010/main" val="15698208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경영조사 집계 의미는 현장 확인 필요">
            <a:extLst xmlns:a="http://schemas.openxmlformats.org/drawingml/2006/main">
              <a:ext uri="{FF2B5EF4-FFF2-40B4-BE49-F238E27FC236}">
                <a16:creationId xmlns:a16="http://schemas.microsoft.com/office/drawing/2014/main" id="{3CE92E1A-49C2-4DDC-B43B-760B97A82C99}"/>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경영조사 집계 의미는 현장 확인 필요</a:t>
            </a:r>
          </a:p>
        </p:txBody>
      </p:sp>
      <p:sp>
        <p:nvSpPr>
          <p:cNvPr id="2" name="19">
            <a:extLst xmlns:a="http://schemas.openxmlformats.org/drawingml/2006/main">
              <a:ext uri="{FF2B5EF4-FFF2-40B4-BE49-F238E27FC236}">
                <a16:creationId xmlns:a16="http://schemas.microsoft.com/office/drawing/2014/main" id="{9D70159C-58E6-4E6C-B9AE-929EE9D37EAD}"/>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19</a:t>
            </a:r>
          </a:p>
        </p:txBody>
      </p:sp>
      <p:graphicFrame>
        <p:nvGraphicFramePr>
          <p:cNvPr id="3" name="">
            <a:extLst xmlns:a="http://schemas.openxmlformats.org/drawingml/2006/main">
              <a:ext uri="{FF2B5EF4-FFF2-40B4-BE49-F238E27FC236}">
                <a16:creationId xmlns:a16="http://schemas.microsoft.com/office/drawing/2014/main" id="{B7A3E6F2-CFFC-4F88-9382-C023ED25C3CA}"/>
              </a:ext>
            </a:extLst>
          </p:cNvPr>
          <p:cNvGraphicFramePr/>
          <p:nvPr/>
        </p:nvGraphicFramePr>
        <p:xfrm>
          <a:off xmlns:a="http://schemas.openxmlformats.org/drawingml/2006/main" x="609600" y="1790700"/>
          <a:ext xmlns:a="http://schemas.openxmlformats.org/drawingml/2006/main" cx="10972800" cy="2857500"/>
        </p:xfrm>
        <a:graphic xmlns:a="http://schemas.openxmlformats.org/drawingml/2006/main">
          <a:graphicData uri="http://schemas.openxmlformats.org/drawingml/2006/table">
            <a:tbl>
              <a:tblPr/>
              <a:tblGrid>
                <a:gridCol w="2428875"/>
                <a:gridCol w="4524375"/>
                <a:gridCol w="4019550"/>
              </a:tblGrid>
              <a:tr h="714375">
                <a:tc>
                  <a:txBody>
                    <a:bodyPr lIns="114300" tIns="114300" rIns="114300" bIns="114300"/>
                    <a:lstStyle/>
                    <a:p>
                      <a:r>
                        <a:rPr sz="1725" b="1">
                          <a:solidFill>
                            <a:srgbClr val="152B33"/>
                          </a:solidFill>
                          <a:latin typeface="Noto Sans KR"/>
                          <a:ea typeface="Noto Sans KR"/>
                          <a:cs typeface="Noto Sans KR"/>
                        </a:rPr>
                        <a:t>집계 정책</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코드 동작</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확인할 가정</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714375">
                <a:tc>
                  <a:txBody>
                    <a:bodyPr lIns="114300" tIns="114300" rIns="114300" bIns="114300"/>
                    <a:lstStyle/>
                    <a:p>
                      <a:r>
                        <a:rPr sz="1725" b="0">
                          <a:solidFill>
                            <a:srgbClr val="152B33"/>
                          </a:solidFill>
                          <a:latin typeface="Noto Sans KR"/>
                          <a:ea typeface="Noto Sans KR"/>
                          <a:cs typeface="Noto Sans KR"/>
                        </a:rPr>
                        <a:t>작기당 1개 기록</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정확히 한 조사 행이 연결되면 사용</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그 기록이 작기 총량 후보</a:t>
                      </a:r>
                    </a:p>
                  </a:txBody>
                  <a:tcPr marL="91440" marR="91440" marT="45720" marB="45720" anchor="ctr">
                    <a:lnR w="5715">
                      <a:solidFill>
                        <a:srgbClr val="D5E0DE"/>
                      </a:solidFill>
                    </a:lnR>
                    <a:lnB w="5715">
                      <a:solidFill>
                        <a:srgbClr val="D5E0DE"/>
                      </a:solidFill>
                    </a:lnB>
                    <a:solidFill>
                      <a:srgbClr val="FFFFFF"/>
                    </a:solidFill>
                  </a:tcPr>
                </a:tc>
              </a:tr>
              <a:tr h="714375">
                <a:tc>
                  <a:txBody>
                    <a:bodyPr lIns="114300" tIns="114300" rIns="114300" bIns="114300"/>
                    <a:lstStyle/>
                    <a:p>
                      <a:r>
                        <a:rPr sz="1725" b="0">
                          <a:solidFill>
                            <a:srgbClr val="152B33"/>
                          </a:solidFill>
                          <a:latin typeface="Noto Sans KR"/>
                          <a:ea typeface="Noto Sans KR"/>
                          <a:cs typeface="Noto Sans KR"/>
                        </a:rPr>
                        <a:t>증분 합계</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중복되지 않는 유효 조사값 합산</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각 값의 기간이 겹치지 않음</a:t>
                      </a:r>
                    </a:p>
                  </a:txBody>
                  <a:tcPr marL="91440" marR="91440" marT="45720" marB="45720" anchor="ctr">
                    <a:lnR w="5715">
                      <a:solidFill>
                        <a:srgbClr val="D5E0DE"/>
                      </a:solidFill>
                    </a:lnR>
                    <a:lnB w="5715">
                      <a:solidFill>
                        <a:srgbClr val="D5E0DE"/>
                      </a:solidFill>
                    </a:lnB>
                    <a:solidFill>
                      <a:srgbClr val="FFFFFF"/>
                    </a:solidFill>
                  </a:tcPr>
                </a:tc>
              </a:tr>
              <a:tr h="714375">
                <a:tc>
                  <a:txBody>
                    <a:bodyPr lIns="114300" tIns="114300" rIns="114300" bIns="114300"/>
                    <a:lstStyle/>
                    <a:p>
                      <a:r>
                        <a:rPr sz="1725" b="0">
                          <a:solidFill>
                            <a:srgbClr val="152B33"/>
                          </a:solidFill>
                          <a:latin typeface="Noto Sans KR"/>
                          <a:ea typeface="Noto Sans KR"/>
                          <a:cs typeface="Noto Sans KR"/>
                        </a:rPr>
                        <a:t>최신 누계</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가장 늦은 날짜의 유일한 행 사용</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최신 값이 이전 기록을 포함</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총출하량”이라는 명칭만으로 작기 총량을 보증할 수 없습니다.">
            <a:extLst xmlns:a="http://schemas.openxmlformats.org/drawingml/2006/main">
              <a:ext uri="{FF2B5EF4-FFF2-40B4-BE49-F238E27FC236}">
                <a16:creationId xmlns:a16="http://schemas.microsoft.com/office/drawing/2014/main" id="{83AEDD68-AD2E-46E6-8780-20713A680ED5}"/>
              </a:ext>
            </a:extLst>
          </p:cNvPr>
          <p:cNvSpPr>
            <a:spLocks xmlns:a="http://schemas.openxmlformats.org/drawingml/2006/main" noGrp="1"/>
          </p:cNvSpPr>
          <p:nvPr/>
        </p:nvSpPr>
        <p:spPr>
          <a:xfrm xmlns:a="http://schemas.openxmlformats.org/drawingml/2006/main">
            <a:off x="609600" y="50482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5232"/>
                </a:solidFill>
                <a:latin typeface="Noto Sans KR"/>
                <a:ea typeface="Noto Sans KR"/>
                <a:cs typeface="Noto Sans KR"/>
              </a:defRPr>
            </a:defPPr>
            <a:lvl1pPr algn="l">
              <a:defRPr sz="2100" b="1">
                <a:solidFill>
                  <a:srgbClr val="BD5232"/>
                </a:solidFill>
                <a:latin typeface="Noto Sans KR"/>
                <a:ea typeface="Noto Sans KR"/>
                <a:cs typeface="Noto Sans KR"/>
              </a:defRPr>
            </a:lvl1pPr>
            <a:lvl2pPr algn="l">
              <a:defRPr sz="2100" b="1">
                <a:solidFill>
                  <a:srgbClr val="BD5232"/>
                </a:solidFill>
                <a:latin typeface="Noto Sans KR"/>
                <a:ea typeface="Noto Sans KR"/>
                <a:cs typeface="Noto Sans KR"/>
              </a:defRPr>
            </a:lvl2pPr>
            <a:lvl3pPr algn="l">
              <a:defRPr sz="2100" b="1">
                <a:solidFill>
                  <a:srgbClr val="BD5232"/>
                </a:solidFill>
                <a:latin typeface="Noto Sans KR"/>
                <a:ea typeface="Noto Sans KR"/>
                <a:cs typeface="Noto Sans KR"/>
              </a:defRPr>
            </a:lvl3pPr>
            <a:lvl4pPr algn="l">
              <a:defRPr sz="2100" b="1">
                <a:solidFill>
                  <a:srgbClr val="BD5232"/>
                </a:solidFill>
                <a:latin typeface="Noto Sans KR"/>
                <a:ea typeface="Noto Sans KR"/>
                <a:cs typeface="Noto Sans KR"/>
              </a:defRPr>
            </a:lvl4pPr>
            <a:lvl5pPr algn="l">
              <a:defRPr sz="2100" b="1">
                <a:solidFill>
                  <a:srgbClr val="BD5232"/>
                </a:solidFill>
                <a:latin typeface="Noto Sans KR"/>
                <a:ea typeface="Noto Sans KR"/>
                <a:cs typeface="Noto Sans KR"/>
              </a:defRPr>
            </a:lvl5pPr>
            <a:lvl6pPr algn="l">
              <a:defRPr sz="2100" b="1">
                <a:solidFill>
                  <a:srgbClr val="BD5232"/>
                </a:solidFill>
                <a:latin typeface="Noto Sans KR"/>
                <a:ea typeface="Noto Sans KR"/>
                <a:cs typeface="Noto Sans KR"/>
              </a:defRPr>
            </a:lvl6pPr>
            <a:lvl7pPr algn="l">
              <a:defRPr sz="2100" b="1">
                <a:solidFill>
                  <a:srgbClr val="BD5232"/>
                </a:solidFill>
                <a:latin typeface="Noto Sans KR"/>
                <a:ea typeface="Noto Sans KR"/>
                <a:cs typeface="Noto Sans KR"/>
              </a:defRPr>
            </a:lvl7pPr>
            <a:lvl8pPr algn="l">
              <a:defRPr sz="2100" b="1">
                <a:solidFill>
                  <a:srgbClr val="BD5232"/>
                </a:solidFill>
                <a:latin typeface="Noto Sans KR"/>
                <a:ea typeface="Noto Sans KR"/>
                <a:cs typeface="Noto Sans KR"/>
              </a:defRPr>
            </a:lvl8pPr>
            <a:lvl9pPr algn="l">
              <a:defRPr sz="2100" b="1">
                <a:solidFill>
                  <a:srgbClr val="BD5232"/>
                </a:solidFill>
                <a:latin typeface="Noto Sans KR"/>
                <a:ea typeface="Noto Sans KR"/>
                <a:cs typeface="Noto Sans KR"/>
              </a:defRPr>
            </a:lvl9pPr>
          </a:lstStyle>
          <a:p xmlns:a="http://schemas.openxmlformats.org/drawingml/2006/main">
            <a:pPr algn="l">
              <a:defRPr sz="2100" b="1">
                <a:solidFill>
                  <a:srgbClr val="BD5232"/>
                </a:solidFill>
                <a:latin typeface="Noto Sans KR"/>
                <a:ea typeface="Noto Sans KR"/>
                <a:cs typeface="Noto Sans KR"/>
              </a:defRPr>
            </a:pPr>
            <a:r>
              <a:rPr sz="2100" b="1">
                <a:solidFill>
                  <a:srgbClr val="BD5232"/>
                </a:solidFill>
                <a:latin typeface="Noto Sans KR"/>
                <a:ea typeface="Noto Sans KR"/>
                <a:cs typeface="Noto Sans KR"/>
              </a:rPr>
              <a:t>“총출하량”이라는 명칭만으로 작기 총량을 보증할 수 없습니다.</a:t>
            </a:r>
          </a:p>
        </p:txBody>
      </p:sp>
      <p:sp>
        <p:nvSpPr>
          <p:cNvPr id="5" name="집계 가정과 target_period_confirmed=false를 결과에 기록합니다.&#10;0은 보존하고, 결측을 0으로 바꾸지 ">
            <a:extLst xmlns:a="http://schemas.openxmlformats.org/drawingml/2006/main">
              <a:ext uri="{FF2B5EF4-FFF2-40B4-BE49-F238E27FC236}">
                <a16:creationId xmlns:a16="http://schemas.microsoft.com/office/drawing/2014/main" id="{29C81F82-05D3-42C6-84E9-4E1E8C5083A0}"/>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집계 가정과 target_period_confirmed=false를 결과에 기록합니다.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0은 보존하고, 결측을 0으로 바꾸지 않습니다.</a:t>
            </a:r>
          </a:p>
        </p:txBody>
      </p:sp>
    </p:spTree>
    <p:extLst>
      <p:ext uri="{BB962C8B-B14F-4D97-AF65-F5344CB8AC3E}">
        <p14:creationId xmlns:p14="http://schemas.microsoft.com/office/powerpoint/2010/main" val="20243806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별도로 확보한 자료와 표본 단위">
            <a:extLst xmlns:a="http://schemas.openxmlformats.org/drawingml/2006/main">
              <a:ext uri="{FF2B5EF4-FFF2-40B4-BE49-F238E27FC236}">
                <a16:creationId xmlns:a16="http://schemas.microsoft.com/office/drawing/2014/main" id="{83B5E5C2-3DF0-4AF4-914A-91D837B568BC}"/>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별도로 확보한 자료와 표본 단위</a:t>
            </a:r>
          </a:p>
        </p:txBody>
      </p:sp>
      <p:sp>
        <p:nvSpPr>
          <p:cNvPr id="2" name="20">
            <a:extLst xmlns:a="http://schemas.openxmlformats.org/drawingml/2006/main">
              <a:ext uri="{FF2B5EF4-FFF2-40B4-BE49-F238E27FC236}">
                <a16:creationId xmlns:a16="http://schemas.microsoft.com/office/drawing/2014/main" id="{D314BFC9-220F-40D3-8EFA-6445E5492F02}"/>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20</a:t>
            </a:r>
          </a:p>
        </p:txBody>
      </p:sp>
      <p:graphicFrame>
        <p:nvGraphicFramePr>
          <p:cNvPr id="3" name="">
            <a:extLst xmlns:a="http://schemas.openxmlformats.org/drawingml/2006/main">
              <a:ext uri="{FF2B5EF4-FFF2-40B4-BE49-F238E27FC236}">
                <a16:creationId xmlns:a16="http://schemas.microsoft.com/office/drawing/2014/main" id="{1B68D04B-5A2F-4CFA-96F8-8457E80193A8}"/>
              </a:ext>
            </a:extLst>
          </p:cNvPr>
          <p:cNvGraphicFramePr/>
          <p:nvPr/>
        </p:nvGraphicFramePr>
        <p:xfrm>
          <a:off xmlns:a="http://schemas.openxmlformats.org/drawingml/2006/main" x="609600" y="1790700"/>
          <a:ext xmlns:a="http://schemas.openxmlformats.org/drawingml/2006/main" cx="10972800" cy="3829050"/>
        </p:xfrm>
        <a:graphic xmlns:a="http://schemas.openxmlformats.org/drawingml/2006/main">
          <a:graphicData uri="http://schemas.openxmlformats.org/drawingml/2006/table">
            <a:tbl>
              <a:tblPr/>
              <a:tblGrid>
                <a:gridCol w="2762250"/>
                <a:gridCol w="3829050"/>
                <a:gridCol w="4381500"/>
              </a:tblGrid>
              <a:tr h="638175">
                <a:tc>
                  <a:txBody>
                    <a:bodyPr lIns="114300" tIns="114300" rIns="114300" bIns="114300"/>
                    <a:lstStyle/>
                    <a:p>
                      <a:r>
                        <a:rPr sz="1650" b="1">
                          <a:solidFill>
                            <a:srgbClr val="152B33"/>
                          </a:solidFill>
                          <a:latin typeface="Noto Sans KR"/>
                          <a:ea typeface="Noto Sans KR"/>
                          <a:cs typeface="Noto Sans KR"/>
                        </a:rPr>
                        <a:t>자료</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650" b="1">
                          <a:solidFill>
                            <a:srgbClr val="152B33"/>
                          </a:solidFill>
                          <a:latin typeface="Noto Sans KR"/>
                          <a:ea typeface="Noto Sans KR"/>
                          <a:cs typeface="Noto Sans KR"/>
                        </a:rPr>
                        <a:t>확보 규모</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650" b="1">
                          <a:solidFill>
                            <a:srgbClr val="152B33"/>
                          </a:solidFill>
                          <a:latin typeface="Noto Sans KR"/>
                          <a:ea typeface="Noto Sans KR"/>
                          <a:cs typeface="Noto Sans KR"/>
                        </a:rPr>
                        <a:t>쓰임·한계</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638175">
                <a:tc>
                  <a:txBody>
                    <a:bodyPr lIns="114300" tIns="114300" rIns="114300" bIns="114300"/>
                    <a:lstStyle/>
                    <a:p>
                      <a:r>
                        <a:rPr sz="1650" b="0">
                          <a:solidFill>
                            <a:srgbClr val="152B33"/>
                          </a:solidFill>
                          <a:latin typeface="Noto Sans KR"/>
                          <a:ea typeface="Noto Sans KR"/>
                          <a:cs typeface="Noto Sans KR"/>
                        </a:rPr>
                        <a:t>RDA 소득조사</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2020–2024 · 266집계행</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연간 생산·비용 기준</a:t>
                      </a:r>
                    </a:p>
                  </a:txBody>
                  <a:tcPr marL="91440" marR="91440" marT="45720" marB="45720" anchor="ctr">
                    <a:lnR w="5715">
                      <a:solidFill>
                        <a:srgbClr val="D5E0DE"/>
                      </a:solidFill>
                    </a:lnR>
                    <a:lnB w="5715">
                      <a:solidFill>
                        <a:srgbClr val="D5E0DE"/>
                      </a:solidFill>
                    </a:lnB>
                    <a:solidFill>
                      <a:srgbClr val="FFFFFF"/>
                    </a:solidFill>
                  </a:tcPr>
                </a:tc>
              </a:tr>
              <a:tr h="638175">
                <a:tc>
                  <a:txBody>
                    <a:bodyPr lIns="114300" tIns="114300" rIns="114300" bIns="114300"/>
                    <a:lstStyle/>
                    <a:p>
                      <a:r>
                        <a:rPr sz="1650" b="0">
                          <a:solidFill>
                            <a:srgbClr val="152B33"/>
                          </a:solidFill>
                          <a:latin typeface="Noto Sans KR"/>
                          <a:ea typeface="Noto Sans KR"/>
                          <a:cs typeface="Noto Sans KR"/>
                        </a:rPr>
                        <a:t>스마트팜코리아 API</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238시설 · 651작기</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시설·작기 메타데이터</a:t>
                      </a:r>
                    </a:p>
                  </a:txBody>
                  <a:tcPr marL="91440" marR="91440" marT="45720" marB="45720" anchor="ctr">
                    <a:lnR w="5715">
                      <a:solidFill>
                        <a:srgbClr val="D5E0DE"/>
                      </a:solidFill>
                    </a:lnR>
                    <a:lnB w="5715">
                      <a:solidFill>
                        <a:srgbClr val="D5E0DE"/>
                      </a:solidFill>
                    </a:lnB>
                    <a:solidFill>
                      <a:srgbClr val="FFFFFF"/>
                    </a:solidFill>
                  </a:tcPr>
                </a:tc>
              </a:tr>
              <a:tr h="638175">
                <a:tc>
                  <a:txBody>
                    <a:bodyPr lIns="114300" tIns="114300" rIns="114300" bIns="114300"/>
                    <a:lstStyle/>
                    <a:p>
                      <a:r>
                        <a:rPr sz="1650" b="0">
                          <a:solidFill>
                            <a:srgbClr val="152B33"/>
                          </a:solidFill>
                          <a:latin typeface="Noto Sans KR"/>
                          <a:ea typeface="Noto Sans KR"/>
                          <a:cs typeface="Noto Sans KR"/>
                        </a:rPr>
                        <a:t>농가 큐레이션</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딸기 400행 / 지역 1,474행</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정제 후 작기 단위 모델</a:t>
                      </a:r>
                    </a:p>
                  </a:txBody>
                  <a:tcPr marL="91440" marR="91440" marT="45720" marB="45720" anchor="ctr">
                    <a:lnR w="5715">
                      <a:solidFill>
                        <a:srgbClr val="D5E0DE"/>
                      </a:solidFill>
                    </a:lnR>
                    <a:lnB w="5715">
                      <a:solidFill>
                        <a:srgbClr val="D5E0DE"/>
                      </a:solidFill>
                    </a:lnB>
                    <a:solidFill>
                      <a:srgbClr val="FFFFFF"/>
                    </a:solidFill>
                  </a:tcPr>
                </a:tc>
              </a:tr>
              <a:tr h="638175">
                <a:tc>
                  <a:txBody>
                    <a:bodyPr lIns="114300" tIns="114300" rIns="114300" bIns="114300"/>
                    <a:lstStyle/>
                    <a:p>
                      <a:r>
                        <a:rPr sz="1650" b="0">
                          <a:solidFill>
                            <a:srgbClr val="152B33"/>
                          </a:solidFill>
                          <a:latin typeface="Noto Sans KR"/>
                          <a:ea typeface="Noto Sans KR"/>
                          <a:cs typeface="Noto Sans KR"/>
                        </a:rPr>
                        <a:t>ADP</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237작기 / 생산 45,730행</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170작기의 첫 출하 기록 시점 실험</a:t>
                      </a:r>
                    </a:p>
                  </a:txBody>
                  <a:tcPr marL="91440" marR="91440" marT="45720" marB="45720" anchor="ctr">
                    <a:lnR w="5715">
                      <a:solidFill>
                        <a:srgbClr val="D5E0DE"/>
                      </a:solidFill>
                    </a:lnR>
                    <a:lnB w="5715">
                      <a:solidFill>
                        <a:srgbClr val="D5E0DE"/>
                      </a:solidFill>
                    </a:lnB>
                    <a:solidFill>
                      <a:srgbClr val="FFFFFF"/>
                    </a:solidFill>
                  </a:tcPr>
                </a:tc>
              </a:tr>
              <a:tr h="638175">
                <a:tc>
                  <a:txBody>
                    <a:bodyPr lIns="114300" tIns="114300" rIns="114300" bIns="114300"/>
                    <a:lstStyle/>
                    <a:p>
                      <a:r>
                        <a:rPr sz="1650" b="0">
                          <a:solidFill>
                            <a:srgbClr val="152B33"/>
                          </a:solidFill>
                          <a:latin typeface="Noto Sans KR"/>
                          <a:ea typeface="Noto Sans KR"/>
                          <a:cs typeface="Noto Sans KR"/>
                        </a:rPr>
                        <a:t>KAMIS / 기후평년</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814가격 / 2,628지점·월</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650" b="0">
                          <a:solidFill>
                            <a:srgbClr val="152B33"/>
                          </a:solidFill>
                          <a:latin typeface="Noto Sans KR"/>
                          <a:ea typeface="Noto Sans KR"/>
                          <a:cs typeface="Noto Sans KR"/>
                        </a:rPr>
                        <a:t>kg 가격 574개 / 219지점×12개월</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API 생산 161작기 · 비용 7작기 · 양쪽 보유 2작기.&#10;완전한 농가별 이익 자료가 아닙니다.">
            <a:extLst xmlns:a="http://schemas.openxmlformats.org/drawingml/2006/main">
              <a:ext uri="{FF2B5EF4-FFF2-40B4-BE49-F238E27FC236}">
                <a16:creationId xmlns:a16="http://schemas.microsoft.com/office/drawing/2014/main" id="{9D1567F5-A699-4B88-BF04-FEDE186CC244}"/>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API 생산 161작기 · 비용 7작기 · 양쪽 보유 2작기.</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완전한 농가별 이익 자료가 아닙니다.</a:t>
            </a:r>
          </a:p>
        </p:txBody>
      </p:sp>
    </p:spTree>
    <p:extLst>
      <p:ext uri="{BB962C8B-B14F-4D97-AF65-F5344CB8AC3E}">
        <p14:creationId xmlns:p14="http://schemas.microsoft.com/office/powerpoint/2010/main" val="11525889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현재 계획 모델의 평가 표본">
            <a:extLst xmlns:a="http://schemas.openxmlformats.org/drawingml/2006/main">
              <a:ext uri="{FF2B5EF4-FFF2-40B4-BE49-F238E27FC236}">
                <a16:creationId xmlns:a16="http://schemas.microsoft.com/office/drawing/2014/main" id="{86F2AE86-40D0-493A-9B30-9DC5CFD47644}"/>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현재 계획 모델의 평가 표본</a:t>
            </a:r>
          </a:p>
        </p:txBody>
      </p:sp>
      <p:sp>
        <p:nvSpPr>
          <p:cNvPr id="2" name="21">
            <a:extLst xmlns:a="http://schemas.openxmlformats.org/drawingml/2006/main">
              <a:ext uri="{FF2B5EF4-FFF2-40B4-BE49-F238E27FC236}">
                <a16:creationId xmlns:a16="http://schemas.microsoft.com/office/drawing/2014/main" id="{8D230CEC-E043-4D86-B851-25A3D39A4499}"/>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21</a:t>
            </a:r>
          </a:p>
        </p:txBody>
      </p:sp>
      <p:graphicFrame>
        <p:nvGraphicFramePr>
          <p:cNvPr id="3" name="">
            <a:extLst xmlns:a="http://schemas.openxmlformats.org/drawingml/2006/main">
              <a:ext uri="{FF2B5EF4-FFF2-40B4-BE49-F238E27FC236}">
                <a16:creationId xmlns:a16="http://schemas.microsoft.com/office/drawing/2014/main" id="{C62AB775-7356-4CC0-920F-DDC6BB3A51CC}"/>
              </a:ext>
            </a:extLst>
          </p:cNvPr>
          <p:cNvGraphicFramePr/>
          <p:nvPr/>
        </p:nvGraphicFramePr>
        <p:xfrm>
          <a:off xmlns:a="http://schemas.openxmlformats.org/drawingml/2006/main" x="609600" y="1790700"/>
          <a:ext xmlns:a="http://schemas.openxmlformats.org/drawingml/2006/main" cx="10972800" cy="2457450"/>
        </p:xfrm>
        <a:graphic xmlns:a="http://schemas.openxmlformats.org/drawingml/2006/main">
          <a:graphicData uri="http://schemas.openxmlformats.org/drawingml/2006/table">
            <a:tbl>
              <a:tblPr/>
              <a:tblGrid>
                <a:gridCol w="2190750"/>
                <a:gridCol w="2476500"/>
                <a:gridCol w="2667000"/>
                <a:gridCol w="3638550"/>
              </a:tblGrid>
              <a:tr h="819150">
                <a:tc>
                  <a:txBody>
                    <a:bodyPr lIns="114300" tIns="114300" rIns="114300" bIns="114300"/>
                    <a:lstStyle/>
                    <a:p>
                      <a:r>
                        <a:rPr sz="1800" b="1">
                          <a:solidFill>
                            <a:srgbClr val="152B33"/>
                          </a:solidFill>
                          <a:latin typeface="Noto Sans KR"/>
                          <a:ea typeface="Noto Sans KR"/>
                          <a:cs typeface="Noto Sans KR"/>
                        </a:rPr>
                        <a:t>목표</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00" b="1">
                          <a:solidFill>
                            <a:srgbClr val="152B33"/>
                          </a:solidFill>
                          <a:latin typeface="Noto Sans KR"/>
                          <a:ea typeface="Noto Sans KR"/>
                          <a:cs typeface="Noto Sans KR"/>
                        </a:rPr>
                        <a:t>기존 실험</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00" b="1">
                          <a:solidFill>
                            <a:srgbClr val="152B33"/>
                          </a:solidFill>
                          <a:latin typeface="Noto Sans KR"/>
                          <a:ea typeface="Noto Sans KR"/>
                          <a:cs typeface="Noto Sans KR"/>
                        </a:rPr>
                        <a:t>현재 계획 모델</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00" b="1">
                          <a:solidFill>
                            <a:srgbClr val="152B33"/>
                          </a:solidFill>
                          <a:latin typeface="Noto Sans KR"/>
                          <a:ea typeface="Noto Sans KR"/>
                          <a:cs typeface="Noto Sans KR"/>
                        </a:rPr>
                        <a:t>변경 이유</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819150">
                <a:tc>
                  <a:txBody>
                    <a:bodyPr lIns="114300" tIns="114300" rIns="114300" bIns="114300"/>
                    <a:lstStyle/>
                    <a:p>
                      <a:r>
                        <a:rPr sz="1800" b="0">
                          <a:solidFill>
                            <a:srgbClr val="152B33"/>
                          </a:solidFill>
                          <a:latin typeface="Noto Sans KR"/>
                          <a:ea typeface="Noto Sans KR"/>
                          <a:cs typeface="Noto Sans KR"/>
                        </a:rPr>
                        <a:t>딸기 출하량</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77작기·61시설</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76작기·61시설</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단위 검토 1건 보류</a:t>
                      </a:r>
                    </a:p>
                  </a:txBody>
                  <a:tcPr marL="91440" marR="91440" marT="45720" marB="45720" anchor="ctr">
                    <a:lnR w="5715">
                      <a:solidFill>
                        <a:srgbClr val="D5E0DE"/>
                      </a:solidFill>
                    </a:lnR>
                    <a:lnB w="5715">
                      <a:solidFill>
                        <a:srgbClr val="D5E0DE"/>
                      </a:solidFill>
                    </a:lnB>
                    <a:solidFill>
                      <a:srgbClr val="FFFFFF"/>
                    </a:solidFill>
                  </a:tcPr>
                </a:tc>
              </a:tr>
              <a:tr h="819150">
                <a:tc>
                  <a:txBody>
                    <a:bodyPr lIns="114300" tIns="114300" rIns="114300" bIns="114300"/>
                    <a:lstStyle/>
                    <a:p>
                      <a:r>
                        <a:rPr sz="1800" b="0">
                          <a:solidFill>
                            <a:srgbClr val="152B33"/>
                          </a:solidFill>
                          <a:latin typeface="Noto Sans KR"/>
                          <a:ea typeface="Noto Sans KR"/>
                          <a:cs typeface="Noto Sans KR"/>
                        </a:rPr>
                        <a:t>5품목 총매출</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192작기·146시설</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189작기·143시설</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매출 검토 1건</a:t>
                      </a:r>
                    </a:p>
                    <a:p>
                      <a:r>
                        <a:rPr sz="1800" b="0">
                          <a:solidFill>
                            <a:srgbClr val="152B33"/>
                          </a:solidFill>
                          <a:latin typeface="Noto Sans KR"/>
                          <a:ea typeface="Noto Sans KR"/>
                          <a:cs typeface="Noto Sans KR"/>
                        </a:rPr>
                        <a:t>면적 미확인 2건 보류</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최종 학습 선택">
            <a:extLst xmlns:a="http://schemas.openxmlformats.org/drawingml/2006/main">
              <a:ext uri="{FF2B5EF4-FFF2-40B4-BE49-F238E27FC236}">
                <a16:creationId xmlns:a16="http://schemas.microsoft.com/office/drawing/2014/main" id="{2E5E6CC0-5843-4279-A96F-47187571DFDF}"/>
              </a:ext>
            </a:extLst>
          </p:cNvPr>
          <p:cNvSpPr>
            <a:spLocks xmlns:a="http://schemas.openxmlformats.org/drawingml/2006/main" noGrp="1"/>
          </p:cNvSpPr>
          <p:nvPr/>
        </p:nvSpPr>
        <p:spPr>
          <a:xfrm xmlns:a="http://schemas.openxmlformats.org/drawingml/2006/main">
            <a:off x="609600" y="4648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36B"/>
                </a:solidFill>
                <a:latin typeface="Noto Sans KR"/>
                <a:ea typeface="Noto Sans KR"/>
                <a:cs typeface="Noto Sans KR"/>
              </a:defRPr>
            </a:defPPr>
            <a:lvl1pPr algn="l">
              <a:defRPr sz="1725" b="0">
                <a:solidFill>
                  <a:srgbClr val="53636B"/>
                </a:solidFill>
                <a:latin typeface="Noto Sans KR"/>
                <a:ea typeface="Noto Sans KR"/>
                <a:cs typeface="Noto Sans KR"/>
              </a:defRPr>
            </a:lvl1pPr>
            <a:lvl2pPr algn="l">
              <a:defRPr sz="1725" b="0">
                <a:solidFill>
                  <a:srgbClr val="53636B"/>
                </a:solidFill>
                <a:latin typeface="Noto Sans KR"/>
                <a:ea typeface="Noto Sans KR"/>
                <a:cs typeface="Noto Sans KR"/>
              </a:defRPr>
            </a:lvl2pPr>
            <a:lvl3pPr algn="l">
              <a:defRPr sz="1725" b="0">
                <a:solidFill>
                  <a:srgbClr val="53636B"/>
                </a:solidFill>
                <a:latin typeface="Noto Sans KR"/>
                <a:ea typeface="Noto Sans KR"/>
                <a:cs typeface="Noto Sans KR"/>
              </a:defRPr>
            </a:lvl3pPr>
            <a:lvl4pPr algn="l">
              <a:defRPr sz="1725" b="0">
                <a:solidFill>
                  <a:srgbClr val="53636B"/>
                </a:solidFill>
                <a:latin typeface="Noto Sans KR"/>
                <a:ea typeface="Noto Sans KR"/>
                <a:cs typeface="Noto Sans KR"/>
              </a:defRPr>
            </a:lvl4pPr>
            <a:lvl5pPr algn="l">
              <a:defRPr sz="1725" b="0">
                <a:solidFill>
                  <a:srgbClr val="53636B"/>
                </a:solidFill>
                <a:latin typeface="Noto Sans KR"/>
                <a:ea typeface="Noto Sans KR"/>
                <a:cs typeface="Noto Sans KR"/>
              </a:defRPr>
            </a:lvl5pPr>
            <a:lvl6pPr algn="l">
              <a:defRPr sz="1725" b="0">
                <a:solidFill>
                  <a:srgbClr val="53636B"/>
                </a:solidFill>
                <a:latin typeface="Noto Sans KR"/>
                <a:ea typeface="Noto Sans KR"/>
                <a:cs typeface="Noto Sans KR"/>
              </a:defRPr>
            </a:lvl6pPr>
            <a:lvl7pPr algn="l">
              <a:defRPr sz="1725" b="0">
                <a:solidFill>
                  <a:srgbClr val="53636B"/>
                </a:solidFill>
                <a:latin typeface="Noto Sans KR"/>
                <a:ea typeface="Noto Sans KR"/>
                <a:cs typeface="Noto Sans KR"/>
              </a:defRPr>
            </a:lvl7pPr>
            <a:lvl8pPr algn="l">
              <a:defRPr sz="1725" b="0">
                <a:solidFill>
                  <a:srgbClr val="53636B"/>
                </a:solidFill>
                <a:latin typeface="Noto Sans KR"/>
                <a:ea typeface="Noto Sans KR"/>
                <a:cs typeface="Noto Sans KR"/>
              </a:defRPr>
            </a:lvl8pPr>
            <a:lvl9pPr algn="l">
              <a:defRPr sz="1725" b="0">
                <a:solidFill>
                  <a:srgbClr val="53636B"/>
                </a:solidFill>
                <a:latin typeface="Noto Sans KR"/>
                <a:ea typeface="Noto Sans KR"/>
                <a:cs typeface="Noto Sans KR"/>
              </a:defRPr>
            </a:lvl9pPr>
          </a:lstStyle>
          <a:p xmlns:a="http://schemas.openxmlformats.org/drawingml/2006/main">
            <a:pPr algn="l">
              <a:defRPr sz="1725" b="0">
                <a:solidFill>
                  <a:srgbClr val="53636B"/>
                </a:solidFill>
                <a:latin typeface="Noto Sans KR"/>
                <a:ea typeface="Noto Sans KR"/>
                <a:cs typeface="Noto Sans KR"/>
              </a:defRPr>
            </a:pPr>
            <a:r>
              <a:rPr sz="1725" b="0">
                <a:solidFill>
                  <a:srgbClr val="53636B"/>
                </a:solidFill>
                <a:latin typeface="Noto Sans KR"/>
                <a:ea typeface="Noto Sans KR"/>
                <a:cs typeface="Noto Sans KR"/>
              </a:rPr>
              <a:t>최종 학습 선택</a:t>
            </a:r>
          </a:p>
        </p:txBody>
      </p:sp>
      <p:sp>
        <p:nvSpPr>
          <p:cNvPr id="5" name="딸기 XGBoost  /  총매출 면적당 중앙값">
            <a:extLst xmlns:a="http://schemas.openxmlformats.org/drawingml/2006/main">
              <a:ext uri="{FF2B5EF4-FFF2-40B4-BE49-F238E27FC236}">
                <a16:creationId xmlns:a16="http://schemas.microsoft.com/office/drawing/2014/main" id="{B0B96A25-B7CF-4074-82FB-E5AAB192E8E3}"/>
              </a:ext>
            </a:extLst>
          </p:cNvPr>
          <p:cNvSpPr>
            <a:spLocks xmlns:a="http://schemas.openxmlformats.org/drawingml/2006/main" noGrp="1"/>
          </p:cNvSpPr>
          <p:nvPr/>
        </p:nvSpPr>
        <p:spPr>
          <a:xfrm xmlns:a="http://schemas.openxmlformats.org/drawingml/2006/main">
            <a:off x="609600" y="50768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785B"/>
                </a:solidFill>
                <a:latin typeface="Noto Sans KR"/>
                <a:ea typeface="Noto Sans KR"/>
                <a:cs typeface="Noto Sans KR"/>
              </a:defRPr>
            </a:defPPr>
            <a:lvl1pPr algn="l">
              <a:defRPr sz="2250" b="1">
                <a:solidFill>
                  <a:srgbClr val="17785B"/>
                </a:solidFill>
                <a:latin typeface="Noto Sans KR"/>
                <a:ea typeface="Noto Sans KR"/>
                <a:cs typeface="Noto Sans KR"/>
              </a:defRPr>
            </a:lvl1pPr>
            <a:lvl2pPr algn="l">
              <a:defRPr sz="2250" b="1">
                <a:solidFill>
                  <a:srgbClr val="17785B"/>
                </a:solidFill>
                <a:latin typeface="Noto Sans KR"/>
                <a:ea typeface="Noto Sans KR"/>
                <a:cs typeface="Noto Sans KR"/>
              </a:defRPr>
            </a:lvl2pPr>
            <a:lvl3pPr algn="l">
              <a:defRPr sz="2250" b="1">
                <a:solidFill>
                  <a:srgbClr val="17785B"/>
                </a:solidFill>
                <a:latin typeface="Noto Sans KR"/>
                <a:ea typeface="Noto Sans KR"/>
                <a:cs typeface="Noto Sans KR"/>
              </a:defRPr>
            </a:lvl3pPr>
            <a:lvl4pPr algn="l">
              <a:defRPr sz="2250" b="1">
                <a:solidFill>
                  <a:srgbClr val="17785B"/>
                </a:solidFill>
                <a:latin typeface="Noto Sans KR"/>
                <a:ea typeface="Noto Sans KR"/>
                <a:cs typeface="Noto Sans KR"/>
              </a:defRPr>
            </a:lvl4pPr>
            <a:lvl5pPr algn="l">
              <a:defRPr sz="2250" b="1">
                <a:solidFill>
                  <a:srgbClr val="17785B"/>
                </a:solidFill>
                <a:latin typeface="Noto Sans KR"/>
                <a:ea typeface="Noto Sans KR"/>
                <a:cs typeface="Noto Sans KR"/>
              </a:defRPr>
            </a:lvl5pPr>
            <a:lvl6pPr algn="l">
              <a:defRPr sz="2250" b="1">
                <a:solidFill>
                  <a:srgbClr val="17785B"/>
                </a:solidFill>
                <a:latin typeface="Noto Sans KR"/>
                <a:ea typeface="Noto Sans KR"/>
                <a:cs typeface="Noto Sans KR"/>
              </a:defRPr>
            </a:lvl6pPr>
            <a:lvl7pPr algn="l">
              <a:defRPr sz="2250" b="1">
                <a:solidFill>
                  <a:srgbClr val="17785B"/>
                </a:solidFill>
                <a:latin typeface="Noto Sans KR"/>
                <a:ea typeface="Noto Sans KR"/>
                <a:cs typeface="Noto Sans KR"/>
              </a:defRPr>
            </a:lvl7pPr>
            <a:lvl8pPr algn="l">
              <a:defRPr sz="2250" b="1">
                <a:solidFill>
                  <a:srgbClr val="17785B"/>
                </a:solidFill>
                <a:latin typeface="Noto Sans KR"/>
                <a:ea typeface="Noto Sans KR"/>
                <a:cs typeface="Noto Sans KR"/>
              </a:defRPr>
            </a:lvl8pPr>
            <a:lvl9pPr algn="l">
              <a:defRPr sz="2250" b="1">
                <a:solidFill>
                  <a:srgbClr val="17785B"/>
                </a:solidFill>
                <a:latin typeface="Noto Sans KR"/>
                <a:ea typeface="Noto Sans KR"/>
                <a:cs typeface="Noto Sans KR"/>
              </a:defRPr>
            </a:lvl9pPr>
          </a:lstStyle>
          <a:p xmlns:a="http://schemas.openxmlformats.org/drawingml/2006/main">
            <a:pPr algn="l">
              <a:defRPr sz="2250" b="1">
                <a:solidFill>
                  <a:srgbClr val="17785B"/>
                </a:solidFill>
                <a:latin typeface="Noto Sans KR"/>
                <a:ea typeface="Noto Sans KR"/>
                <a:cs typeface="Noto Sans KR"/>
              </a:defRPr>
            </a:pPr>
            <a:r>
              <a:rPr sz="2250" b="1">
                <a:solidFill>
                  <a:srgbClr val="17785B"/>
                </a:solidFill>
                <a:latin typeface="Noto Sans KR"/>
                <a:ea typeface="Noto Sans KR"/>
                <a:cs typeface="Noto Sans KR"/>
              </a:rPr>
              <a:t>딸기 XGBoost  /  총매출 면적당 중앙값</a:t>
            </a:r>
          </a:p>
        </p:txBody>
      </p:sp>
      <p:sp>
        <p:nvSpPr>
          <p:cNvPr id="6" name="현재 표본의 성능을 원자료 전체 성능으로 제시하지 않습니다.&#10;매출 면적은 유일한 시설·작기 연결과 양수 면적 일치로 확인했습니">
            <a:extLst xmlns:a="http://schemas.openxmlformats.org/drawingml/2006/main">
              <a:ext uri="{FF2B5EF4-FFF2-40B4-BE49-F238E27FC236}">
                <a16:creationId xmlns:a16="http://schemas.microsoft.com/office/drawing/2014/main" id="{727BC84F-56EC-4676-9A55-9A0EF6432660}"/>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현재 표본의 성능을 원자료 전체 성능으로 제시하지 않습니다.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매출 면적은 유일한 시설·작기 연결과 양수 면적 일치로 확인했습니다.</a:t>
            </a:r>
          </a:p>
        </p:txBody>
      </p:sp>
    </p:spTree>
    <p:extLst>
      <p:ext uri="{BB962C8B-B14F-4D97-AF65-F5344CB8AC3E}">
        <p14:creationId xmlns:p14="http://schemas.microsoft.com/office/powerpoint/2010/main" val="6666588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딸기 출하량: 원값과 민감도 비교">
            <a:extLst xmlns:a="http://schemas.openxmlformats.org/drawingml/2006/main">
              <a:ext uri="{FF2B5EF4-FFF2-40B4-BE49-F238E27FC236}">
                <a16:creationId xmlns:a16="http://schemas.microsoft.com/office/drawing/2014/main" id="{C1FA222D-9C1C-48AF-9726-D647EAAEAC7A}"/>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딸기 출하량: 원값과 민감도 비교</a:t>
            </a:r>
          </a:p>
        </p:txBody>
      </p:sp>
      <p:sp>
        <p:nvSpPr>
          <p:cNvPr id="2" name="22">
            <a:extLst xmlns:a="http://schemas.openxmlformats.org/drawingml/2006/main">
              <a:ext uri="{FF2B5EF4-FFF2-40B4-BE49-F238E27FC236}">
                <a16:creationId xmlns:a16="http://schemas.microsoft.com/office/drawing/2014/main" id="{9AECB24C-A9AB-4B55-B11A-3D7F3960BF63}"/>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22</a:t>
            </a:r>
          </a:p>
        </p:txBody>
      </p:sp>
      <p:sp>
        <p:nvSpPr>
          <p:cNvPr id="3" name="평균 절대오차(MAE), kg">
            <a:extLst xmlns:a="http://schemas.openxmlformats.org/drawingml/2006/main">
              <a:ext uri="{FF2B5EF4-FFF2-40B4-BE49-F238E27FC236}">
                <a16:creationId xmlns:a16="http://schemas.microsoft.com/office/drawing/2014/main" id="{4E3AF56C-2F81-4CC9-A7DC-79BB43450B65}"/>
              </a:ext>
            </a:extLst>
          </p:cNvPr>
          <p:cNvSpPr>
            <a:spLocks xmlns:a="http://schemas.openxmlformats.org/drawingml/2006/main" noGrp="1"/>
          </p:cNvSpPr>
          <p:nvPr/>
        </p:nvSpPr>
        <p:spPr>
          <a:xfrm xmlns:a="http://schemas.openxmlformats.org/drawingml/2006/main">
            <a:off x="609600" y="14954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36B"/>
                </a:solidFill>
                <a:latin typeface="Noto Sans KR"/>
                <a:ea typeface="Noto Sans KR"/>
                <a:cs typeface="Noto Sans KR"/>
              </a:defRPr>
            </a:defPPr>
            <a:lvl1pPr algn="l">
              <a:defRPr sz="1575" b="0">
                <a:solidFill>
                  <a:srgbClr val="53636B"/>
                </a:solidFill>
                <a:latin typeface="Noto Sans KR"/>
                <a:ea typeface="Noto Sans KR"/>
                <a:cs typeface="Noto Sans KR"/>
              </a:defRPr>
            </a:lvl1pPr>
            <a:lvl2pPr algn="l">
              <a:defRPr sz="1575" b="0">
                <a:solidFill>
                  <a:srgbClr val="53636B"/>
                </a:solidFill>
                <a:latin typeface="Noto Sans KR"/>
                <a:ea typeface="Noto Sans KR"/>
                <a:cs typeface="Noto Sans KR"/>
              </a:defRPr>
            </a:lvl2pPr>
            <a:lvl3pPr algn="l">
              <a:defRPr sz="1575" b="0">
                <a:solidFill>
                  <a:srgbClr val="53636B"/>
                </a:solidFill>
                <a:latin typeface="Noto Sans KR"/>
                <a:ea typeface="Noto Sans KR"/>
                <a:cs typeface="Noto Sans KR"/>
              </a:defRPr>
            </a:lvl3pPr>
            <a:lvl4pPr algn="l">
              <a:defRPr sz="1575" b="0">
                <a:solidFill>
                  <a:srgbClr val="53636B"/>
                </a:solidFill>
                <a:latin typeface="Noto Sans KR"/>
                <a:ea typeface="Noto Sans KR"/>
                <a:cs typeface="Noto Sans KR"/>
              </a:defRPr>
            </a:lvl4pPr>
            <a:lvl5pPr algn="l">
              <a:defRPr sz="1575" b="0">
                <a:solidFill>
                  <a:srgbClr val="53636B"/>
                </a:solidFill>
                <a:latin typeface="Noto Sans KR"/>
                <a:ea typeface="Noto Sans KR"/>
                <a:cs typeface="Noto Sans KR"/>
              </a:defRPr>
            </a:lvl5pPr>
            <a:lvl6pPr algn="l">
              <a:defRPr sz="1575" b="0">
                <a:solidFill>
                  <a:srgbClr val="53636B"/>
                </a:solidFill>
                <a:latin typeface="Noto Sans KR"/>
                <a:ea typeface="Noto Sans KR"/>
                <a:cs typeface="Noto Sans KR"/>
              </a:defRPr>
            </a:lvl6pPr>
            <a:lvl7pPr algn="l">
              <a:defRPr sz="1575" b="0">
                <a:solidFill>
                  <a:srgbClr val="53636B"/>
                </a:solidFill>
                <a:latin typeface="Noto Sans KR"/>
                <a:ea typeface="Noto Sans KR"/>
                <a:cs typeface="Noto Sans KR"/>
              </a:defRPr>
            </a:lvl7pPr>
            <a:lvl8pPr algn="l">
              <a:defRPr sz="1575" b="0">
                <a:solidFill>
                  <a:srgbClr val="53636B"/>
                </a:solidFill>
                <a:latin typeface="Noto Sans KR"/>
                <a:ea typeface="Noto Sans KR"/>
                <a:cs typeface="Noto Sans KR"/>
              </a:defRPr>
            </a:lvl8pPr>
            <a:lvl9pPr algn="l">
              <a:defRPr sz="1575" b="0">
                <a:solidFill>
                  <a:srgbClr val="53636B"/>
                </a:solidFill>
                <a:latin typeface="Noto Sans KR"/>
                <a:ea typeface="Noto Sans KR"/>
                <a:cs typeface="Noto Sans KR"/>
              </a:defRPr>
            </a:lvl9pPr>
          </a:lstStyle>
          <a:p xmlns:a="http://schemas.openxmlformats.org/drawingml/2006/main">
            <a:pPr algn="l">
              <a:defRPr sz="1575" b="0">
                <a:solidFill>
                  <a:srgbClr val="53636B"/>
                </a:solidFill>
                <a:latin typeface="Noto Sans KR"/>
                <a:ea typeface="Noto Sans KR"/>
                <a:cs typeface="Noto Sans KR"/>
              </a:defRPr>
            </a:pPr>
            <a:r>
              <a:rPr sz="1575" b="0">
                <a:solidFill>
                  <a:srgbClr val="53636B"/>
                </a:solidFill>
                <a:latin typeface="Noto Sans KR"/>
                <a:ea typeface="Noto Sans KR"/>
                <a:cs typeface="Noto Sans KR"/>
              </a:rPr>
              <a:t>평균 절대오차(MAE), kg</a:t>
            </a:r>
          </a:p>
        </p:txBody>
      </p:sp>
      <p:graphicFrame>
        <p:nvGraphicFramePr>
          <p:cNvPr id="4" name="">
            <a:extLst xmlns:a="http://schemas.openxmlformats.org/drawingml/2006/main">
              <a:ext uri="{FF2B5EF4-FFF2-40B4-BE49-F238E27FC236}">
                <a16:creationId xmlns:a16="http://schemas.microsoft.com/office/drawing/2014/main" id="{D2EF0D4C-7A6B-4016-BF88-9FC573D62442}"/>
              </a:ext>
            </a:extLst>
          </p:cNvPr>
          <p:cNvGraphicFramePr/>
          <p:nvPr/>
        </p:nvGraphicFramePr>
        <p:xfrm>
          <a:off xmlns:a="http://schemas.openxmlformats.org/drawingml/2006/main" x="609600" y="1885950"/>
          <a:ext xmlns:a="http://schemas.openxmlformats.org/drawingml/2006/main" cx="10972800" cy="3733800"/>
        </p:xfrm>
        <a:graphic xmlns:a="http://schemas.openxmlformats.org/drawingml/2006/main">
          <a:graphicData uri="http://schemas.openxmlformats.org/drawingml/2006/table">
            <a:tbl>
              <a:tblPr/>
              <a:tblGrid>
                <a:gridCol w="3333750"/>
                <a:gridCol w="3819525"/>
                <a:gridCol w="3819525"/>
              </a:tblGrid>
              <a:tr h="533400">
                <a:tc>
                  <a:txBody>
                    <a:bodyPr lIns="114300" tIns="114300" rIns="114300" bIns="114300"/>
                    <a:lstStyle/>
                    <a:p>
                      <a:r>
                        <a:rPr sz="1725" b="1">
                          <a:solidFill>
                            <a:srgbClr val="152B33"/>
                          </a:solidFill>
                          <a:latin typeface="Noto Sans KR"/>
                          <a:ea typeface="Noto Sans KR"/>
                          <a:cs typeface="Noto Sans KR"/>
                        </a:rPr>
                        <a:t>방법</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원값 포함 77작기</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민감도 76작기</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533400">
                <a:tc>
                  <a:txBody>
                    <a:bodyPr lIns="114300" tIns="114300" rIns="114300" bIns="114300"/>
                    <a:lstStyle/>
                    <a:p>
                      <a:r>
                        <a:rPr sz="1725" b="0">
                          <a:solidFill>
                            <a:srgbClr val="152B33"/>
                          </a:solidFill>
                          <a:latin typeface="Noto Sans KR"/>
                          <a:ea typeface="Noto Sans KR"/>
                          <a:cs typeface="Noto Sans KR"/>
                        </a:rPr>
                        <a:t>총량 중앙값</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197,068.39</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7,628.08</a:t>
                      </a:r>
                    </a:p>
                  </a:txBody>
                  <a:tcPr marL="91440" marR="91440" marT="45720" marB="45720" anchor="ctr">
                    <a:lnR w="5715">
                      <a:solidFill>
                        <a:srgbClr val="D5E0DE"/>
                      </a:solidFill>
                    </a:lnR>
                    <a:lnB w="5715">
                      <a:solidFill>
                        <a:srgbClr val="D5E0DE"/>
                      </a:solidFill>
                    </a:lnB>
                    <a:solidFill>
                      <a:srgbClr val="FFFFFF"/>
                    </a:solidFill>
                  </a:tcPr>
                </a:tc>
              </a:tr>
              <a:tr h="533400">
                <a:tc>
                  <a:txBody>
                    <a:bodyPr lIns="114300" tIns="114300" rIns="114300" bIns="114300"/>
                    <a:lstStyle/>
                    <a:p>
                      <a:r>
                        <a:rPr sz="1725" b="0">
                          <a:solidFill>
                            <a:srgbClr val="152B33"/>
                          </a:solidFill>
                          <a:latin typeface="Noto Sans KR"/>
                          <a:ea typeface="Noto Sans KR"/>
                          <a:cs typeface="Noto Sans KR"/>
                        </a:rPr>
                        <a:t>정식월 중앙값</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197,109.06</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7,667.42</a:t>
                      </a:r>
                    </a:p>
                  </a:txBody>
                  <a:tcPr marL="91440" marR="91440" marT="45720" marB="45720" anchor="ctr">
                    <a:lnR w="5715">
                      <a:solidFill>
                        <a:srgbClr val="D5E0DE"/>
                      </a:solidFill>
                    </a:lnR>
                    <a:lnB w="5715">
                      <a:solidFill>
                        <a:srgbClr val="D5E0DE"/>
                      </a:solidFill>
                    </a:lnB>
                    <a:solidFill>
                      <a:srgbClr val="FFFFFF"/>
                    </a:solidFill>
                  </a:tcPr>
                </a:tc>
              </a:tr>
              <a:tr h="533400">
                <a:tc>
                  <a:txBody>
                    <a:bodyPr lIns="114300" tIns="114300" rIns="114300" bIns="114300"/>
                    <a:lstStyle/>
                    <a:p>
                      <a:r>
                        <a:rPr sz="1725" b="0">
                          <a:solidFill>
                            <a:srgbClr val="152B33"/>
                          </a:solidFill>
                          <a:latin typeface="Noto Sans KR"/>
                          <a:ea typeface="Noto Sans KR"/>
                          <a:cs typeface="Noto Sans KR"/>
                        </a:rPr>
                        <a:t>면적당 중앙값</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196,077.67</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6,723.21</a:t>
                      </a:r>
                    </a:p>
                  </a:txBody>
                  <a:tcPr marL="91440" marR="91440" marT="45720" marB="45720" anchor="ctr">
                    <a:lnR w="5715">
                      <a:solidFill>
                        <a:srgbClr val="D5E0DE"/>
                      </a:solidFill>
                    </a:lnR>
                    <a:lnB w="5715">
                      <a:solidFill>
                        <a:srgbClr val="D5E0DE"/>
                      </a:solidFill>
                    </a:lnB>
                    <a:solidFill>
                      <a:srgbClr val="FFFFFF"/>
                    </a:solidFill>
                  </a:tcPr>
                </a:tc>
              </a:tr>
              <a:tr h="533400">
                <a:tc>
                  <a:txBody>
                    <a:bodyPr lIns="114300" tIns="114300" rIns="114300" bIns="114300"/>
                    <a:lstStyle/>
                    <a:p>
                      <a:r>
                        <a:rPr sz="1725" b="0">
                          <a:solidFill>
                            <a:srgbClr val="152B33"/>
                          </a:solidFill>
                          <a:latin typeface="Noto Sans KR"/>
                          <a:ea typeface="Noto Sans KR"/>
                          <a:cs typeface="Noto Sans KR"/>
                        </a:rPr>
                        <a:t>CatBoost</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204,962.56</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6,097.98</a:t>
                      </a:r>
                    </a:p>
                  </a:txBody>
                  <a:tcPr marL="91440" marR="91440" marT="45720" marB="45720" anchor="ctr">
                    <a:lnR w="5715">
                      <a:solidFill>
                        <a:srgbClr val="D5E0DE"/>
                      </a:solidFill>
                    </a:lnR>
                    <a:lnB w="5715">
                      <a:solidFill>
                        <a:srgbClr val="D5E0DE"/>
                      </a:solidFill>
                    </a:lnB>
                    <a:solidFill>
                      <a:srgbClr val="FFFFFF"/>
                    </a:solidFill>
                  </a:tcPr>
                </a:tc>
              </a:tr>
              <a:tr h="533400">
                <a:tc>
                  <a:txBody>
                    <a:bodyPr lIns="114300" tIns="114300" rIns="114300" bIns="114300"/>
                    <a:lstStyle/>
                    <a:p>
                      <a:r>
                        <a:rPr sz="1725" b="0">
                          <a:solidFill>
                            <a:srgbClr val="152B33"/>
                          </a:solidFill>
                          <a:latin typeface="Noto Sans KR"/>
                          <a:ea typeface="Noto Sans KR"/>
                          <a:cs typeface="Noto Sans KR"/>
                        </a:rPr>
                        <a:t>XGBoost</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195,256.36</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5,927.04</a:t>
                      </a:r>
                    </a:p>
                  </a:txBody>
                  <a:tcPr marL="91440" marR="91440" marT="45720" marB="45720" anchor="ctr">
                    <a:lnR w="5715">
                      <a:solidFill>
                        <a:srgbClr val="D5E0DE"/>
                      </a:solidFill>
                    </a:lnR>
                    <a:lnB w="5715">
                      <a:solidFill>
                        <a:srgbClr val="D5E0DE"/>
                      </a:solidFill>
                    </a:lnB>
                    <a:solidFill>
                      <a:srgbClr val="FFFFFF"/>
                    </a:solidFill>
                  </a:tcPr>
                </a:tc>
              </a:tr>
              <a:tr h="533400">
                <a:tc>
                  <a:txBody>
                    <a:bodyPr lIns="114300" tIns="114300" rIns="114300" bIns="114300"/>
                    <a:lstStyle/>
                    <a:p>
                      <a:r>
                        <a:rPr sz="1725" b="0">
                          <a:solidFill>
                            <a:srgbClr val="152B33"/>
                          </a:solidFill>
                          <a:latin typeface="Noto Sans KR"/>
                          <a:ea typeface="Noto Sans KR"/>
                          <a:cs typeface="Noto Sans KR"/>
                        </a:rPr>
                        <a:t>LimiX-2 400M</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198,689.64</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5,046.72</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5" name="민감도는 극단값 1행을 제외한 별도 실험입니다.&#10;시설 단위 5분할 결과이며 최신 중첩 검증과 다릅니다.">
            <a:extLst xmlns:a="http://schemas.openxmlformats.org/drawingml/2006/main">
              <a:ext uri="{FF2B5EF4-FFF2-40B4-BE49-F238E27FC236}">
                <a16:creationId xmlns:a16="http://schemas.microsoft.com/office/drawing/2014/main" id="{C8367EE0-FB0A-4BE1-BBAC-E75751678FE0}"/>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민감도는 극단값 1행을 제외한 별도 실험입니다.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시설 단위 5분할 결과이며 최신 중첩 검증과 다릅니다.</a:t>
            </a:r>
          </a:p>
        </p:txBody>
      </p:sp>
    </p:spTree>
    <p:extLst>
      <p:ext uri="{BB962C8B-B14F-4D97-AF65-F5344CB8AC3E}">
        <p14:creationId xmlns:p14="http://schemas.microsoft.com/office/powerpoint/2010/main" val="57838861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총매출: 원값과 민감도 비교">
            <a:extLst xmlns:a="http://schemas.openxmlformats.org/drawingml/2006/main">
              <a:ext uri="{FF2B5EF4-FFF2-40B4-BE49-F238E27FC236}">
                <a16:creationId xmlns:a16="http://schemas.microsoft.com/office/drawing/2014/main" id="{ED9EB1FF-78D4-4006-A8A1-D927E1D6E6F1}"/>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총매출: 원값과 민감도 비교</a:t>
            </a:r>
          </a:p>
        </p:txBody>
      </p:sp>
      <p:sp>
        <p:nvSpPr>
          <p:cNvPr id="2" name="23">
            <a:extLst xmlns:a="http://schemas.openxmlformats.org/drawingml/2006/main">
              <a:ext uri="{FF2B5EF4-FFF2-40B4-BE49-F238E27FC236}">
                <a16:creationId xmlns:a16="http://schemas.microsoft.com/office/drawing/2014/main" id="{694F505F-0C32-461E-9F7C-2528C0734595}"/>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23</a:t>
            </a:r>
          </a:p>
        </p:txBody>
      </p:sp>
      <p:sp>
        <p:nvSpPr>
          <p:cNvPr id="3" name="평균 절대오차(MAE), 원">
            <a:extLst xmlns:a="http://schemas.openxmlformats.org/drawingml/2006/main">
              <a:ext uri="{FF2B5EF4-FFF2-40B4-BE49-F238E27FC236}">
                <a16:creationId xmlns:a16="http://schemas.microsoft.com/office/drawing/2014/main" id="{DE49E95F-3252-4D2E-A41C-762E7DD890E1}"/>
              </a:ext>
            </a:extLst>
          </p:cNvPr>
          <p:cNvSpPr>
            <a:spLocks xmlns:a="http://schemas.openxmlformats.org/drawingml/2006/main" noGrp="1"/>
          </p:cNvSpPr>
          <p:nvPr/>
        </p:nvSpPr>
        <p:spPr>
          <a:xfrm xmlns:a="http://schemas.openxmlformats.org/drawingml/2006/main">
            <a:off x="609600" y="14954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36B"/>
                </a:solidFill>
                <a:latin typeface="Noto Sans KR"/>
                <a:ea typeface="Noto Sans KR"/>
                <a:cs typeface="Noto Sans KR"/>
              </a:defRPr>
            </a:defPPr>
            <a:lvl1pPr algn="l">
              <a:defRPr sz="1575" b="0">
                <a:solidFill>
                  <a:srgbClr val="53636B"/>
                </a:solidFill>
                <a:latin typeface="Noto Sans KR"/>
                <a:ea typeface="Noto Sans KR"/>
                <a:cs typeface="Noto Sans KR"/>
              </a:defRPr>
            </a:lvl1pPr>
            <a:lvl2pPr algn="l">
              <a:defRPr sz="1575" b="0">
                <a:solidFill>
                  <a:srgbClr val="53636B"/>
                </a:solidFill>
                <a:latin typeface="Noto Sans KR"/>
                <a:ea typeface="Noto Sans KR"/>
                <a:cs typeface="Noto Sans KR"/>
              </a:defRPr>
            </a:lvl2pPr>
            <a:lvl3pPr algn="l">
              <a:defRPr sz="1575" b="0">
                <a:solidFill>
                  <a:srgbClr val="53636B"/>
                </a:solidFill>
                <a:latin typeface="Noto Sans KR"/>
                <a:ea typeface="Noto Sans KR"/>
                <a:cs typeface="Noto Sans KR"/>
              </a:defRPr>
            </a:lvl3pPr>
            <a:lvl4pPr algn="l">
              <a:defRPr sz="1575" b="0">
                <a:solidFill>
                  <a:srgbClr val="53636B"/>
                </a:solidFill>
                <a:latin typeface="Noto Sans KR"/>
                <a:ea typeface="Noto Sans KR"/>
                <a:cs typeface="Noto Sans KR"/>
              </a:defRPr>
            </a:lvl4pPr>
            <a:lvl5pPr algn="l">
              <a:defRPr sz="1575" b="0">
                <a:solidFill>
                  <a:srgbClr val="53636B"/>
                </a:solidFill>
                <a:latin typeface="Noto Sans KR"/>
                <a:ea typeface="Noto Sans KR"/>
                <a:cs typeface="Noto Sans KR"/>
              </a:defRPr>
            </a:lvl5pPr>
            <a:lvl6pPr algn="l">
              <a:defRPr sz="1575" b="0">
                <a:solidFill>
                  <a:srgbClr val="53636B"/>
                </a:solidFill>
                <a:latin typeface="Noto Sans KR"/>
                <a:ea typeface="Noto Sans KR"/>
                <a:cs typeface="Noto Sans KR"/>
              </a:defRPr>
            </a:lvl6pPr>
            <a:lvl7pPr algn="l">
              <a:defRPr sz="1575" b="0">
                <a:solidFill>
                  <a:srgbClr val="53636B"/>
                </a:solidFill>
                <a:latin typeface="Noto Sans KR"/>
                <a:ea typeface="Noto Sans KR"/>
                <a:cs typeface="Noto Sans KR"/>
              </a:defRPr>
            </a:lvl7pPr>
            <a:lvl8pPr algn="l">
              <a:defRPr sz="1575" b="0">
                <a:solidFill>
                  <a:srgbClr val="53636B"/>
                </a:solidFill>
                <a:latin typeface="Noto Sans KR"/>
                <a:ea typeface="Noto Sans KR"/>
                <a:cs typeface="Noto Sans KR"/>
              </a:defRPr>
            </a:lvl8pPr>
            <a:lvl9pPr algn="l">
              <a:defRPr sz="1575" b="0">
                <a:solidFill>
                  <a:srgbClr val="53636B"/>
                </a:solidFill>
                <a:latin typeface="Noto Sans KR"/>
                <a:ea typeface="Noto Sans KR"/>
                <a:cs typeface="Noto Sans KR"/>
              </a:defRPr>
            </a:lvl9pPr>
          </a:lstStyle>
          <a:p xmlns:a="http://schemas.openxmlformats.org/drawingml/2006/main">
            <a:pPr algn="l">
              <a:defRPr sz="1575" b="0">
                <a:solidFill>
                  <a:srgbClr val="53636B"/>
                </a:solidFill>
                <a:latin typeface="Noto Sans KR"/>
                <a:ea typeface="Noto Sans KR"/>
                <a:cs typeface="Noto Sans KR"/>
              </a:defRPr>
            </a:pPr>
            <a:r>
              <a:rPr sz="1575" b="0">
                <a:solidFill>
                  <a:srgbClr val="53636B"/>
                </a:solidFill>
                <a:latin typeface="Noto Sans KR"/>
                <a:ea typeface="Noto Sans KR"/>
                <a:cs typeface="Noto Sans KR"/>
              </a:rPr>
              <a:t>평균 절대오차(MAE), 원</a:t>
            </a:r>
          </a:p>
        </p:txBody>
      </p:sp>
      <p:graphicFrame>
        <p:nvGraphicFramePr>
          <p:cNvPr id="4" name="">
            <a:extLst xmlns:a="http://schemas.openxmlformats.org/drawingml/2006/main">
              <a:ext uri="{FF2B5EF4-FFF2-40B4-BE49-F238E27FC236}">
                <a16:creationId xmlns:a16="http://schemas.microsoft.com/office/drawing/2014/main" id="{EDF74F08-F6F9-4F25-B871-F2FEF3D87F5B}"/>
              </a:ext>
            </a:extLst>
          </p:cNvPr>
          <p:cNvGraphicFramePr/>
          <p:nvPr/>
        </p:nvGraphicFramePr>
        <p:xfrm>
          <a:off xmlns:a="http://schemas.openxmlformats.org/drawingml/2006/main" x="609600" y="1885950"/>
          <a:ext xmlns:a="http://schemas.openxmlformats.org/drawingml/2006/main" cx="10972800" cy="3714750"/>
        </p:xfrm>
        <a:graphic xmlns:a="http://schemas.openxmlformats.org/drawingml/2006/main">
          <a:graphicData uri="http://schemas.openxmlformats.org/drawingml/2006/table">
            <a:tbl>
              <a:tblPr/>
              <a:tblGrid>
                <a:gridCol w="3333750"/>
                <a:gridCol w="3819525"/>
                <a:gridCol w="3819525"/>
              </a:tblGrid>
              <a:tr h="619125">
                <a:tc>
                  <a:txBody>
                    <a:bodyPr lIns="114300" tIns="114300" rIns="114300" bIns="114300"/>
                    <a:lstStyle/>
                    <a:p>
                      <a:r>
                        <a:rPr sz="1725" b="1">
                          <a:solidFill>
                            <a:srgbClr val="152B33"/>
                          </a:solidFill>
                          <a:latin typeface="Noto Sans KR"/>
                          <a:ea typeface="Noto Sans KR"/>
                          <a:cs typeface="Noto Sans KR"/>
                        </a:rPr>
                        <a:t>방법</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원값 포함 192작기</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민감도 191작기</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619125">
                <a:tc>
                  <a:txBody>
                    <a:bodyPr lIns="114300" tIns="114300" rIns="114300" bIns="114300"/>
                    <a:lstStyle/>
                    <a:p>
                      <a:r>
                        <a:rPr sz="1725" b="0">
                          <a:solidFill>
                            <a:srgbClr val="152B33"/>
                          </a:solidFill>
                          <a:latin typeface="Noto Sans KR"/>
                          <a:ea typeface="Noto Sans KR"/>
                          <a:cs typeface="Noto Sans KR"/>
                        </a:rPr>
                        <a:t>품목 중앙값</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1,351,697,295.22</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137,555,705.07</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품목·정식월 중앙값</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1,356,436,487.57</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141,299,880.69</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CatBoost</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1,503,627,777.40</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141,328,654.49</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XGBoost</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1,354,889,249.39</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137,039,942.10</a:t>
                      </a:r>
                    </a:p>
                  </a:txBody>
                  <a:tcPr marL="91440" marR="91440" marT="45720" marB="45720" anchor="ctr">
                    <a:lnR w="5715">
                      <a:solidFill>
                        <a:srgbClr val="D5E0DE"/>
                      </a:solidFill>
                    </a:lnR>
                    <a:lnB w="5715">
                      <a:solidFill>
                        <a:srgbClr val="D5E0DE"/>
                      </a:solidFill>
                    </a:lnB>
                    <a:solidFill>
                      <a:srgbClr val="FFFFFF"/>
                    </a:solidFill>
                  </a:tcPr>
                </a:tc>
              </a:tr>
              <a:tr h="619125">
                <a:tc>
                  <a:txBody>
                    <a:bodyPr lIns="114300" tIns="114300" rIns="114300" bIns="114300"/>
                    <a:lstStyle/>
                    <a:p>
                      <a:r>
                        <a:rPr sz="1725" b="0">
                          <a:solidFill>
                            <a:srgbClr val="152B33"/>
                          </a:solidFill>
                          <a:latin typeface="Noto Sans KR"/>
                          <a:ea typeface="Noto Sans KR"/>
                          <a:cs typeface="Noto Sans KR"/>
                        </a:rPr>
                        <a:t>LimiX-2 400M</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1,388,682,810.84</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139,363,691.67</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5" name="기존 실험은 면적 단위 충돌로 면적을 입력에서 제외했습니다.&#10;민감도 191작기와 현재 면적 확인 모델 189작기는 다른 표본입">
            <a:extLst xmlns:a="http://schemas.openxmlformats.org/drawingml/2006/main">
              <a:ext uri="{FF2B5EF4-FFF2-40B4-BE49-F238E27FC236}">
                <a16:creationId xmlns:a16="http://schemas.microsoft.com/office/drawing/2014/main" id="{A59F70A7-3120-4977-818E-CC06314AA827}"/>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기존 실험은 면적 단위 충돌로 면적을 입력에서 제외했습니다.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민감도 191작기와 현재 면적 확인 모델 189작기는 다른 표본입니다.</a:t>
            </a:r>
          </a:p>
        </p:txBody>
      </p:sp>
    </p:spTree>
    <p:extLst>
      <p:ext uri="{BB962C8B-B14F-4D97-AF65-F5344CB8AC3E}">
        <p14:creationId xmlns:p14="http://schemas.microsoft.com/office/powerpoint/2010/main" val="5352392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다른 예측 목표와 LimiX 비교">
            <a:extLst xmlns:a="http://schemas.openxmlformats.org/drawingml/2006/main">
              <a:ext uri="{FF2B5EF4-FFF2-40B4-BE49-F238E27FC236}">
                <a16:creationId xmlns:a16="http://schemas.microsoft.com/office/drawing/2014/main" id="{2A1DC541-2FE3-464D-ACB1-126182618C94}"/>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다른 예측 목표와 LimiX 비교</a:t>
            </a:r>
          </a:p>
        </p:txBody>
      </p:sp>
      <p:sp>
        <p:nvSpPr>
          <p:cNvPr id="2" name="24">
            <a:extLst xmlns:a="http://schemas.openxmlformats.org/drawingml/2006/main">
              <a:ext uri="{FF2B5EF4-FFF2-40B4-BE49-F238E27FC236}">
                <a16:creationId xmlns:a16="http://schemas.microsoft.com/office/drawing/2014/main" id="{409CB6C5-C78F-406D-8613-43DA9CC62967}"/>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24</a:t>
            </a:r>
          </a:p>
        </p:txBody>
      </p:sp>
      <p:sp>
        <p:nvSpPr>
          <p:cNvPr id="3" name="평균 절대오차: RDA kg/1,000㎡  ·  ADP 일">
            <a:extLst xmlns:a="http://schemas.openxmlformats.org/drawingml/2006/main">
              <a:ext uri="{FF2B5EF4-FFF2-40B4-BE49-F238E27FC236}">
                <a16:creationId xmlns:a16="http://schemas.microsoft.com/office/drawing/2014/main" id="{C67F59B3-5F17-458D-9CC9-27EDFD7A45AE}"/>
              </a:ext>
            </a:extLst>
          </p:cNvPr>
          <p:cNvSpPr>
            <a:spLocks xmlns:a="http://schemas.openxmlformats.org/drawingml/2006/main" noGrp="1"/>
          </p:cNvSpPr>
          <p:nvPr/>
        </p:nvSpPr>
        <p:spPr>
          <a:xfrm xmlns:a="http://schemas.openxmlformats.org/drawingml/2006/main">
            <a:off x="609600" y="14954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3636B"/>
                </a:solidFill>
                <a:latin typeface="Noto Sans KR"/>
                <a:ea typeface="Noto Sans KR"/>
                <a:cs typeface="Noto Sans KR"/>
              </a:defRPr>
            </a:defPPr>
            <a:lvl1pPr algn="l">
              <a:defRPr sz="1575" b="0">
                <a:solidFill>
                  <a:srgbClr val="53636B"/>
                </a:solidFill>
                <a:latin typeface="Noto Sans KR"/>
                <a:ea typeface="Noto Sans KR"/>
                <a:cs typeface="Noto Sans KR"/>
              </a:defRPr>
            </a:lvl1pPr>
            <a:lvl2pPr algn="l">
              <a:defRPr sz="1575" b="0">
                <a:solidFill>
                  <a:srgbClr val="53636B"/>
                </a:solidFill>
                <a:latin typeface="Noto Sans KR"/>
                <a:ea typeface="Noto Sans KR"/>
                <a:cs typeface="Noto Sans KR"/>
              </a:defRPr>
            </a:lvl2pPr>
            <a:lvl3pPr algn="l">
              <a:defRPr sz="1575" b="0">
                <a:solidFill>
                  <a:srgbClr val="53636B"/>
                </a:solidFill>
                <a:latin typeface="Noto Sans KR"/>
                <a:ea typeface="Noto Sans KR"/>
                <a:cs typeface="Noto Sans KR"/>
              </a:defRPr>
            </a:lvl3pPr>
            <a:lvl4pPr algn="l">
              <a:defRPr sz="1575" b="0">
                <a:solidFill>
                  <a:srgbClr val="53636B"/>
                </a:solidFill>
                <a:latin typeface="Noto Sans KR"/>
                <a:ea typeface="Noto Sans KR"/>
                <a:cs typeface="Noto Sans KR"/>
              </a:defRPr>
            </a:lvl4pPr>
            <a:lvl5pPr algn="l">
              <a:defRPr sz="1575" b="0">
                <a:solidFill>
                  <a:srgbClr val="53636B"/>
                </a:solidFill>
                <a:latin typeface="Noto Sans KR"/>
                <a:ea typeface="Noto Sans KR"/>
                <a:cs typeface="Noto Sans KR"/>
              </a:defRPr>
            </a:lvl5pPr>
            <a:lvl6pPr algn="l">
              <a:defRPr sz="1575" b="0">
                <a:solidFill>
                  <a:srgbClr val="53636B"/>
                </a:solidFill>
                <a:latin typeface="Noto Sans KR"/>
                <a:ea typeface="Noto Sans KR"/>
                <a:cs typeface="Noto Sans KR"/>
              </a:defRPr>
            </a:lvl6pPr>
            <a:lvl7pPr algn="l">
              <a:defRPr sz="1575" b="0">
                <a:solidFill>
                  <a:srgbClr val="53636B"/>
                </a:solidFill>
                <a:latin typeface="Noto Sans KR"/>
                <a:ea typeface="Noto Sans KR"/>
                <a:cs typeface="Noto Sans KR"/>
              </a:defRPr>
            </a:lvl7pPr>
            <a:lvl8pPr algn="l">
              <a:defRPr sz="1575" b="0">
                <a:solidFill>
                  <a:srgbClr val="53636B"/>
                </a:solidFill>
                <a:latin typeface="Noto Sans KR"/>
                <a:ea typeface="Noto Sans KR"/>
                <a:cs typeface="Noto Sans KR"/>
              </a:defRPr>
            </a:lvl8pPr>
            <a:lvl9pPr algn="l">
              <a:defRPr sz="1575" b="0">
                <a:solidFill>
                  <a:srgbClr val="53636B"/>
                </a:solidFill>
                <a:latin typeface="Noto Sans KR"/>
                <a:ea typeface="Noto Sans KR"/>
                <a:cs typeface="Noto Sans KR"/>
              </a:defRPr>
            </a:lvl9pPr>
          </a:lstStyle>
          <a:p xmlns:a="http://schemas.openxmlformats.org/drawingml/2006/main">
            <a:pPr algn="l">
              <a:defRPr sz="1575" b="0">
                <a:solidFill>
                  <a:srgbClr val="53636B"/>
                </a:solidFill>
                <a:latin typeface="Noto Sans KR"/>
                <a:ea typeface="Noto Sans KR"/>
                <a:cs typeface="Noto Sans KR"/>
              </a:defRPr>
            </a:pPr>
            <a:r>
              <a:rPr sz="1575" b="0">
                <a:solidFill>
                  <a:srgbClr val="53636B"/>
                </a:solidFill>
                <a:latin typeface="Noto Sans KR"/>
                <a:ea typeface="Noto Sans KR"/>
                <a:cs typeface="Noto Sans KR"/>
              </a:rPr>
              <a:t>평균 절대오차: RDA kg/1,000㎡  ·  ADP 일</a:t>
            </a:r>
          </a:p>
        </p:txBody>
      </p:sp>
      <p:graphicFrame>
        <p:nvGraphicFramePr>
          <p:cNvPr id="4" name="">
            <a:extLst xmlns:a="http://schemas.openxmlformats.org/drawingml/2006/main">
              <a:ext uri="{FF2B5EF4-FFF2-40B4-BE49-F238E27FC236}">
                <a16:creationId xmlns:a16="http://schemas.microsoft.com/office/drawing/2014/main" id="{E2220490-8AC1-4331-9487-1818315E87A9}"/>
              </a:ext>
            </a:extLst>
          </p:cNvPr>
          <p:cNvGraphicFramePr/>
          <p:nvPr/>
        </p:nvGraphicFramePr>
        <p:xfrm>
          <a:off xmlns:a="http://schemas.openxmlformats.org/drawingml/2006/main" x="609600" y="1885950"/>
          <a:ext xmlns:a="http://schemas.openxmlformats.org/drawingml/2006/main" cx="10972800" cy="3048000"/>
        </p:xfrm>
        <a:graphic xmlns:a="http://schemas.openxmlformats.org/drawingml/2006/main">
          <a:graphicData uri="http://schemas.openxmlformats.org/drawingml/2006/table">
            <a:tbl>
              <a:tblPr/>
              <a:tblGrid>
                <a:gridCol w="3143250"/>
                <a:gridCol w="3914775"/>
                <a:gridCol w="3914775"/>
              </a:tblGrid>
              <a:tr h="609600">
                <a:tc>
                  <a:txBody>
                    <a:bodyPr lIns="114300" tIns="114300" rIns="114300" bIns="114300"/>
                    <a:lstStyle/>
                    <a:p>
                      <a:r>
                        <a:rPr sz="1875" b="1">
                          <a:solidFill>
                            <a:srgbClr val="152B33"/>
                          </a:solidFill>
                          <a:latin typeface="Noto Sans KR"/>
                          <a:ea typeface="Noto Sans KR"/>
                          <a:cs typeface="Noto Sans KR"/>
                        </a:rPr>
                        <a:t>방법</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75" b="1">
                          <a:solidFill>
                            <a:srgbClr val="152B33"/>
                          </a:solidFill>
                          <a:latin typeface="Noto Sans KR"/>
                          <a:ea typeface="Noto Sans KR"/>
                          <a:cs typeface="Noto Sans KR"/>
                        </a:rPr>
                        <a:t>RDA 생산량</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75" b="1">
                          <a:solidFill>
                            <a:srgbClr val="152B33"/>
                          </a:solidFill>
                          <a:latin typeface="Noto Sans KR"/>
                          <a:ea typeface="Noto Sans KR"/>
                          <a:cs typeface="Noto Sans KR"/>
                        </a:rPr>
                        <a:t>ADP 첫 출하 기록</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609600">
                <a:tc>
                  <a:txBody>
                    <a:bodyPr lIns="114300" tIns="114300" rIns="114300" bIns="114300"/>
                    <a:lstStyle/>
                    <a:p>
                      <a:r>
                        <a:rPr sz="1875" b="0">
                          <a:solidFill>
                            <a:srgbClr val="152B33"/>
                          </a:solidFill>
                          <a:latin typeface="Noto Sans KR"/>
                          <a:ea typeface="Noto Sans KR"/>
                          <a:cs typeface="Noto Sans KR"/>
                        </a:rPr>
                        <a:t>중앙값 기준</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775.67</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20.52</a:t>
                      </a:r>
                    </a:p>
                  </a:txBody>
                  <a:tcPr marL="91440" marR="91440" marT="45720" marB="45720" anchor="ctr">
                    <a:lnR w="5715">
                      <a:solidFill>
                        <a:srgbClr val="D5E0DE"/>
                      </a:solidFill>
                    </a:lnR>
                    <a:lnB w="5715">
                      <a:solidFill>
                        <a:srgbClr val="D5E0DE"/>
                      </a:solidFill>
                    </a:lnB>
                    <a:solidFill>
                      <a:srgbClr val="FFFFFF"/>
                    </a:solidFill>
                  </a:tcPr>
                </a:tc>
              </a:tr>
              <a:tr h="609600">
                <a:tc>
                  <a:txBody>
                    <a:bodyPr lIns="114300" tIns="114300" rIns="114300" bIns="114300"/>
                    <a:lstStyle/>
                    <a:p>
                      <a:r>
                        <a:rPr sz="1875" b="0">
                          <a:solidFill>
                            <a:srgbClr val="152B33"/>
                          </a:solidFill>
                          <a:latin typeface="Noto Sans KR"/>
                          <a:ea typeface="Noto Sans KR"/>
                          <a:cs typeface="Noto Sans KR"/>
                        </a:rPr>
                        <a:t>XGBoost</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1,241.64</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20.81</a:t>
                      </a:r>
                    </a:p>
                  </a:txBody>
                  <a:tcPr marL="91440" marR="91440" marT="45720" marB="45720" anchor="ctr">
                    <a:lnR w="5715">
                      <a:solidFill>
                        <a:srgbClr val="D5E0DE"/>
                      </a:solidFill>
                    </a:lnR>
                    <a:lnB w="5715">
                      <a:solidFill>
                        <a:srgbClr val="D5E0DE"/>
                      </a:solidFill>
                    </a:lnB>
                    <a:solidFill>
                      <a:srgbClr val="FFFFFF"/>
                    </a:solidFill>
                  </a:tcPr>
                </a:tc>
              </a:tr>
              <a:tr h="609600">
                <a:tc>
                  <a:txBody>
                    <a:bodyPr lIns="114300" tIns="114300" rIns="114300" bIns="114300"/>
                    <a:lstStyle/>
                    <a:p>
                      <a:r>
                        <a:rPr sz="1875" b="0">
                          <a:solidFill>
                            <a:srgbClr val="152B33"/>
                          </a:solidFill>
                          <a:latin typeface="Noto Sans KR"/>
                          <a:ea typeface="Noto Sans KR"/>
                          <a:cs typeface="Noto Sans KR"/>
                        </a:rPr>
                        <a:t>CatBoost</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1,483.48</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22.41</a:t>
                      </a:r>
                    </a:p>
                  </a:txBody>
                  <a:tcPr marL="91440" marR="91440" marT="45720" marB="45720" anchor="ctr">
                    <a:lnR w="5715">
                      <a:solidFill>
                        <a:srgbClr val="D5E0DE"/>
                      </a:solidFill>
                    </a:lnR>
                    <a:lnB w="5715">
                      <a:solidFill>
                        <a:srgbClr val="D5E0DE"/>
                      </a:solidFill>
                    </a:lnB>
                    <a:solidFill>
                      <a:srgbClr val="FFFFFF"/>
                    </a:solidFill>
                  </a:tcPr>
                </a:tc>
              </a:tr>
              <a:tr h="609600">
                <a:tc>
                  <a:txBody>
                    <a:bodyPr lIns="114300" tIns="114300" rIns="114300" bIns="114300"/>
                    <a:lstStyle/>
                    <a:p>
                      <a:r>
                        <a:rPr sz="1875" b="0">
                          <a:solidFill>
                            <a:srgbClr val="152B33"/>
                          </a:solidFill>
                          <a:latin typeface="Noto Sans KR"/>
                          <a:ea typeface="Noto Sans KR"/>
                          <a:cs typeface="Noto Sans KR"/>
                        </a:rPr>
                        <a:t>LimiX-2 400M</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1,440.97</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20.63</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5" name="LimiX는 실제 고정 가중치로 실행했으나, 모든 목표에서 우수하지 않았습니다.">
            <a:extLst xmlns:a="http://schemas.openxmlformats.org/drawingml/2006/main">
              <a:ext uri="{FF2B5EF4-FFF2-40B4-BE49-F238E27FC236}">
                <a16:creationId xmlns:a16="http://schemas.microsoft.com/office/drawing/2014/main" id="{2F7B2605-910C-4B8B-BEAB-A5B8FC4487B7}"/>
              </a:ext>
            </a:extLst>
          </p:cNvPr>
          <p:cNvSpPr>
            <a:spLocks xmlns:a="http://schemas.openxmlformats.org/drawingml/2006/main" noGrp="1"/>
          </p:cNvSpPr>
          <p:nvPr/>
        </p:nvSpPr>
        <p:spPr>
          <a:xfrm xmlns:a="http://schemas.openxmlformats.org/drawingml/2006/main">
            <a:off x="609600" y="52482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785B"/>
                </a:solidFill>
                <a:latin typeface="Noto Sans KR"/>
                <a:ea typeface="Noto Sans KR"/>
                <a:cs typeface="Noto Sans KR"/>
              </a:defRPr>
            </a:defPPr>
            <a:lvl1pPr algn="l">
              <a:defRPr sz="2025" b="1">
                <a:solidFill>
                  <a:srgbClr val="17785B"/>
                </a:solidFill>
                <a:latin typeface="Noto Sans KR"/>
                <a:ea typeface="Noto Sans KR"/>
                <a:cs typeface="Noto Sans KR"/>
              </a:defRPr>
            </a:lvl1pPr>
            <a:lvl2pPr algn="l">
              <a:defRPr sz="2025" b="1">
                <a:solidFill>
                  <a:srgbClr val="17785B"/>
                </a:solidFill>
                <a:latin typeface="Noto Sans KR"/>
                <a:ea typeface="Noto Sans KR"/>
                <a:cs typeface="Noto Sans KR"/>
              </a:defRPr>
            </a:lvl2pPr>
            <a:lvl3pPr algn="l">
              <a:defRPr sz="2025" b="1">
                <a:solidFill>
                  <a:srgbClr val="17785B"/>
                </a:solidFill>
                <a:latin typeface="Noto Sans KR"/>
                <a:ea typeface="Noto Sans KR"/>
                <a:cs typeface="Noto Sans KR"/>
              </a:defRPr>
            </a:lvl3pPr>
            <a:lvl4pPr algn="l">
              <a:defRPr sz="2025" b="1">
                <a:solidFill>
                  <a:srgbClr val="17785B"/>
                </a:solidFill>
                <a:latin typeface="Noto Sans KR"/>
                <a:ea typeface="Noto Sans KR"/>
                <a:cs typeface="Noto Sans KR"/>
              </a:defRPr>
            </a:lvl4pPr>
            <a:lvl5pPr algn="l">
              <a:defRPr sz="2025" b="1">
                <a:solidFill>
                  <a:srgbClr val="17785B"/>
                </a:solidFill>
                <a:latin typeface="Noto Sans KR"/>
                <a:ea typeface="Noto Sans KR"/>
                <a:cs typeface="Noto Sans KR"/>
              </a:defRPr>
            </a:lvl5pPr>
            <a:lvl6pPr algn="l">
              <a:defRPr sz="2025" b="1">
                <a:solidFill>
                  <a:srgbClr val="17785B"/>
                </a:solidFill>
                <a:latin typeface="Noto Sans KR"/>
                <a:ea typeface="Noto Sans KR"/>
                <a:cs typeface="Noto Sans KR"/>
              </a:defRPr>
            </a:lvl6pPr>
            <a:lvl7pPr algn="l">
              <a:defRPr sz="2025" b="1">
                <a:solidFill>
                  <a:srgbClr val="17785B"/>
                </a:solidFill>
                <a:latin typeface="Noto Sans KR"/>
                <a:ea typeface="Noto Sans KR"/>
                <a:cs typeface="Noto Sans KR"/>
              </a:defRPr>
            </a:lvl7pPr>
            <a:lvl8pPr algn="l">
              <a:defRPr sz="2025" b="1">
                <a:solidFill>
                  <a:srgbClr val="17785B"/>
                </a:solidFill>
                <a:latin typeface="Noto Sans KR"/>
                <a:ea typeface="Noto Sans KR"/>
                <a:cs typeface="Noto Sans KR"/>
              </a:defRPr>
            </a:lvl8pPr>
            <a:lvl9pPr algn="l">
              <a:defRPr sz="2025" b="1">
                <a:solidFill>
                  <a:srgbClr val="17785B"/>
                </a:solidFill>
                <a:latin typeface="Noto Sans KR"/>
                <a:ea typeface="Noto Sans KR"/>
                <a:cs typeface="Noto Sans KR"/>
              </a:defRPr>
            </a:lvl9pPr>
          </a:lstStyle>
          <a:p xmlns:a="http://schemas.openxmlformats.org/drawingml/2006/main">
            <a:pPr algn="l">
              <a:defRPr sz="2025" b="1">
                <a:solidFill>
                  <a:srgbClr val="17785B"/>
                </a:solidFill>
                <a:latin typeface="Noto Sans KR"/>
                <a:ea typeface="Noto Sans KR"/>
                <a:cs typeface="Noto Sans KR"/>
              </a:defRPr>
            </a:pPr>
            <a:r>
              <a:rPr sz="2025" b="1">
                <a:solidFill>
                  <a:srgbClr val="17785B"/>
                </a:solidFill>
                <a:latin typeface="Noto Sans KR"/>
                <a:ea typeface="Noto Sans KR"/>
                <a:cs typeface="Noto Sans KR"/>
              </a:rPr>
              <a:t>LimiX는 실제 고정 가중치로 실행했으나, 모든 목표에서 우수하지 않았습니다.</a:t>
            </a:r>
          </a:p>
        </p:txBody>
      </p:sp>
      <p:sp>
        <p:nvSpPr>
          <p:cNvPr id="6" name="RDA: 2024년 지역 집계 평가  /  ADP: 170작기·127그룹.&#10;서로 다른 단위의 점수를 합산하지 않습니다.">
            <a:extLst xmlns:a="http://schemas.openxmlformats.org/drawingml/2006/main">
              <a:ext uri="{FF2B5EF4-FFF2-40B4-BE49-F238E27FC236}">
                <a16:creationId xmlns:a16="http://schemas.microsoft.com/office/drawing/2014/main" id="{5D5908E8-9443-4E11-89B4-E7F61A53B5E4}"/>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RDA: 2024년 지역 집계 평가  /  ADP: 170작기·127그룹.</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서로 다른 단위의 점수를 합산하지 않습니다.</a:t>
            </a:r>
          </a:p>
        </p:txBody>
      </p:sp>
    </p:spTree>
    <p:extLst>
      <p:ext uri="{BB962C8B-B14F-4D97-AF65-F5344CB8AC3E}">
        <p14:creationId xmlns:p14="http://schemas.microsoft.com/office/powerpoint/2010/main" val="70856273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설비 등록 가격과 투자비 계산">
            <a:extLst xmlns:a="http://schemas.openxmlformats.org/drawingml/2006/main">
              <a:ext uri="{FF2B5EF4-FFF2-40B4-BE49-F238E27FC236}">
                <a16:creationId xmlns:a16="http://schemas.microsoft.com/office/drawing/2014/main" id="{9533F015-7747-4EB3-BE81-BB3EEAF538BE}"/>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설비 등록 가격과 투자비 계산</a:t>
            </a:r>
          </a:p>
        </p:txBody>
      </p:sp>
      <p:sp>
        <p:nvSpPr>
          <p:cNvPr id="2" name="25">
            <a:extLst xmlns:a="http://schemas.openxmlformats.org/drawingml/2006/main">
              <a:ext uri="{FF2B5EF4-FFF2-40B4-BE49-F238E27FC236}">
                <a16:creationId xmlns:a16="http://schemas.microsoft.com/office/drawing/2014/main" id="{36891EAE-CD99-42F6-8CB5-8170BEBC6DA7}"/>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25</a:t>
            </a:r>
          </a:p>
        </p:txBody>
      </p:sp>
      <p:graphicFrame>
        <p:nvGraphicFramePr>
          <p:cNvPr id="3" name="">
            <a:extLst xmlns:a="http://schemas.openxmlformats.org/drawingml/2006/main">
              <a:ext uri="{FF2B5EF4-FFF2-40B4-BE49-F238E27FC236}">
                <a16:creationId xmlns:a16="http://schemas.microsoft.com/office/drawing/2014/main" id="{721C4DBF-CEFD-4B71-8045-6F08546784E3}"/>
              </a:ext>
            </a:extLst>
          </p:cNvPr>
          <p:cNvGraphicFramePr/>
          <p:nvPr/>
        </p:nvGraphicFramePr>
        <p:xfrm>
          <a:off xmlns:a="http://schemas.openxmlformats.org/drawingml/2006/main" x="609600" y="1790700"/>
          <a:ext xmlns:a="http://schemas.openxmlformats.org/drawingml/2006/main" cx="10972800" cy="2857500"/>
        </p:xfrm>
        <a:graphic xmlns:a="http://schemas.openxmlformats.org/drawingml/2006/main">
          <a:graphicData uri="http://schemas.openxmlformats.org/drawingml/2006/table">
            <a:tbl>
              <a:tblPr/>
              <a:tblGrid>
                <a:gridCol w="4191000"/>
                <a:gridCol w="2667000"/>
                <a:gridCol w="4114800"/>
              </a:tblGrid>
              <a:tr h="714375">
                <a:tc>
                  <a:txBody>
                    <a:bodyPr lIns="114300" tIns="114300" rIns="114300" bIns="114300"/>
                    <a:lstStyle/>
                    <a:p>
                      <a:r>
                        <a:rPr sz="1875" b="1">
                          <a:solidFill>
                            <a:srgbClr val="152B33"/>
                          </a:solidFill>
                          <a:latin typeface="Noto Sans KR"/>
                          <a:ea typeface="Noto Sans KR"/>
                          <a:cs typeface="Noto Sans KR"/>
                        </a:rPr>
                        <a:t>장비 패키지</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75" b="1">
                          <a:solidFill>
                            <a:srgbClr val="152B33"/>
                          </a:solidFill>
                          <a:latin typeface="Noto Sans KR"/>
                          <a:ea typeface="Noto Sans KR"/>
                          <a:cs typeface="Noto Sans KR"/>
                        </a:rPr>
                        <a:t>기본 등록 가격</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75" b="1">
                          <a:solidFill>
                            <a:srgbClr val="152B33"/>
                          </a:solidFill>
                          <a:latin typeface="Noto Sans KR"/>
                          <a:ea typeface="Noto Sans KR"/>
                          <a:cs typeface="Noto Sans KR"/>
                        </a:rPr>
                        <a:t>범위</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714375">
                <a:tc>
                  <a:txBody>
                    <a:bodyPr lIns="114300" tIns="114300" rIns="114300" bIns="114300"/>
                    <a:lstStyle/>
                    <a:p>
                      <a:r>
                        <a:rPr sz="1875" b="0">
                          <a:solidFill>
                            <a:srgbClr val="152B33"/>
                          </a:solidFill>
                          <a:latin typeface="Noto Sans KR"/>
                          <a:ea typeface="Noto Sans KR"/>
                          <a:cs typeface="Noto Sans KR"/>
                        </a:rPr>
                        <a:t>CRONOUS-AV-CR01</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2,090.3만원</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온습도·CO₂·토양 센서 포함</a:t>
                      </a:r>
                    </a:p>
                  </a:txBody>
                  <a:tcPr marL="91440" marR="91440" marT="45720" marB="45720" anchor="ctr">
                    <a:lnR w="5715">
                      <a:solidFill>
                        <a:srgbClr val="D5E0DE"/>
                      </a:solidFill>
                    </a:lnR>
                    <a:lnB w="5715">
                      <a:solidFill>
                        <a:srgbClr val="D5E0DE"/>
                      </a:solidFill>
                    </a:lnB>
                    <a:solidFill>
                      <a:srgbClr val="FFFFFF"/>
                    </a:solidFill>
                  </a:tcPr>
                </a:tc>
              </a:tr>
              <a:tr h="714375">
                <a:tc>
                  <a:txBody>
                    <a:bodyPr lIns="114300" tIns="114300" rIns="114300" bIns="114300"/>
                    <a:lstStyle/>
                    <a:p>
                      <a:r>
                        <a:rPr sz="1875" b="0">
                          <a:solidFill>
                            <a:srgbClr val="152B33"/>
                          </a:solidFill>
                          <a:latin typeface="Noto Sans KR"/>
                          <a:ea typeface="Noto Sans KR"/>
                          <a:cs typeface="Noto Sans KR"/>
                        </a:rPr>
                        <a:t>옹달샘300</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327만원</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선택 일사 센서 40만원</a:t>
                      </a:r>
                    </a:p>
                  </a:txBody>
                  <a:tcPr marL="91440" marR="91440" marT="45720" marB="45720" anchor="ctr">
                    <a:lnR w="5715">
                      <a:solidFill>
                        <a:srgbClr val="D5E0DE"/>
                      </a:solidFill>
                    </a:lnR>
                    <a:lnB w="5715">
                      <a:solidFill>
                        <a:srgbClr val="D5E0DE"/>
                      </a:solidFill>
                    </a:lnB>
                    <a:solidFill>
                      <a:srgbClr val="FFFFFF"/>
                    </a:solidFill>
                  </a:tcPr>
                </a:tc>
              </a:tr>
              <a:tr h="714375">
                <a:tc>
                  <a:txBody>
                    <a:bodyPr lIns="114300" tIns="114300" rIns="114300" bIns="114300"/>
                    <a:lstStyle/>
                    <a:p>
                      <a:r>
                        <a:rPr sz="1875" b="0">
                          <a:solidFill>
                            <a:srgbClr val="152B33"/>
                          </a:solidFill>
                          <a:latin typeface="Noto Sans KR"/>
                          <a:ea typeface="Noto Sans KR"/>
                          <a:cs typeface="Noto Sans KR"/>
                        </a:rPr>
                        <a:t>MAGMA1000V20</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1,500만원</a:t>
                      </a:r>
                    </a:p>
                  </a:txBody>
                  <a:tcPr marL="91440" marR="91440" marT="45720" marB="45720" anchor="ctr">
                    <a:lnR w="5715">
                      <a:solidFill>
                        <a:srgbClr val="D5E0DE"/>
                      </a:solidFill>
                    </a:lnR>
                    <a:lnB w="5715">
                      <a:solidFill>
                        <a:srgbClr val="D5E0DE"/>
                      </a:solidFill>
                    </a:lnB>
                    <a:solidFill>
                      <a:srgbClr val="FFFFFF"/>
                    </a:solidFill>
                  </a:tcPr>
                </a:tc>
                <a:tc>
                  <a:txBody>
                    <a:bodyPr lIns="114300" tIns="114300" rIns="114300" bIns="114300"/>
                    <a:lstStyle/>
                    <a:p>
                      <a:r>
                        <a:rPr sz="1875" b="0">
                          <a:solidFill>
                            <a:srgbClr val="152B33"/>
                          </a:solidFill>
                          <a:latin typeface="Noto Sans KR"/>
                          <a:ea typeface="Noto Sans KR"/>
                          <a:cs typeface="Noto Sans KR"/>
                        </a:rPr>
                        <a:t>양액 공급 구성</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패키지 포함 부품을 다시 합산하지 않습니다.">
            <a:extLst xmlns:a="http://schemas.openxmlformats.org/drawingml/2006/main">
              <a:ext uri="{FF2B5EF4-FFF2-40B4-BE49-F238E27FC236}">
                <a16:creationId xmlns:a16="http://schemas.microsoft.com/office/drawing/2014/main" id="{3FF53946-A286-44AA-BDA1-7B09CB3CA3C2}"/>
              </a:ext>
            </a:extLst>
          </p:cNvPr>
          <p:cNvSpPr>
            <a:spLocks xmlns:a="http://schemas.openxmlformats.org/drawingml/2006/main" noGrp="1"/>
          </p:cNvSpPr>
          <p:nvPr/>
        </p:nvSpPr>
        <p:spPr>
          <a:xfrm xmlns:a="http://schemas.openxmlformats.org/drawingml/2006/main">
            <a:off x="609600" y="50958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785B"/>
                </a:solidFill>
                <a:latin typeface="Noto Sans KR"/>
                <a:ea typeface="Noto Sans KR"/>
                <a:cs typeface="Noto Sans KR"/>
              </a:defRPr>
            </a:defPPr>
            <a:lvl1pPr algn="l">
              <a:defRPr sz="2250" b="1">
                <a:solidFill>
                  <a:srgbClr val="17785B"/>
                </a:solidFill>
                <a:latin typeface="Noto Sans KR"/>
                <a:ea typeface="Noto Sans KR"/>
                <a:cs typeface="Noto Sans KR"/>
              </a:defRPr>
            </a:lvl1pPr>
            <a:lvl2pPr algn="l">
              <a:defRPr sz="2250" b="1">
                <a:solidFill>
                  <a:srgbClr val="17785B"/>
                </a:solidFill>
                <a:latin typeface="Noto Sans KR"/>
                <a:ea typeface="Noto Sans KR"/>
                <a:cs typeface="Noto Sans KR"/>
              </a:defRPr>
            </a:lvl2pPr>
            <a:lvl3pPr algn="l">
              <a:defRPr sz="2250" b="1">
                <a:solidFill>
                  <a:srgbClr val="17785B"/>
                </a:solidFill>
                <a:latin typeface="Noto Sans KR"/>
                <a:ea typeface="Noto Sans KR"/>
                <a:cs typeface="Noto Sans KR"/>
              </a:defRPr>
            </a:lvl3pPr>
            <a:lvl4pPr algn="l">
              <a:defRPr sz="2250" b="1">
                <a:solidFill>
                  <a:srgbClr val="17785B"/>
                </a:solidFill>
                <a:latin typeface="Noto Sans KR"/>
                <a:ea typeface="Noto Sans KR"/>
                <a:cs typeface="Noto Sans KR"/>
              </a:defRPr>
            </a:lvl4pPr>
            <a:lvl5pPr algn="l">
              <a:defRPr sz="2250" b="1">
                <a:solidFill>
                  <a:srgbClr val="17785B"/>
                </a:solidFill>
                <a:latin typeface="Noto Sans KR"/>
                <a:ea typeface="Noto Sans KR"/>
                <a:cs typeface="Noto Sans KR"/>
              </a:defRPr>
            </a:lvl5pPr>
            <a:lvl6pPr algn="l">
              <a:defRPr sz="2250" b="1">
                <a:solidFill>
                  <a:srgbClr val="17785B"/>
                </a:solidFill>
                <a:latin typeface="Noto Sans KR"/>
                <a:ea typeface="Noto Sans KR"/>
                <a:cs typeface="Noto Sans KR"/>
              </a:defRPr>
            </a:lvl6pPr>
            <a:lvl7pPr algn="l">
              <a:defRPr sz="2250" b="1">
                <a:solidFill>
                  <a:srgbClr val="17785B"/>
                </a:solidFill>
                <a:latin typeface="Noto Sans KR"/>
                <a:ea typeface="Noto Sans KR"/>
                <a:cs typeface="Noto Sans KR"/>
              </a:defRPr>
            </a:lvl7pPr>
            <a:lvl8pPr algn="l">
              <a:defRPr sz="2250" b="1">
                <a:solidFill>
                  <a:srgbClr val="17785B"/>
                </a:solidFill>
                <a:latin typeface="Noto Sans KR"/>
                <a:ea typeface="Noto Sans KR"/>
                <a:cs typeface="Noto Sans KR"/>
              </a:defRPr>
            </a:lvl8pPr>
            <a:lvl9pPr algn="l">
              <a:defRPr sz="2250" b="1">
                <a:solidFill>
                  <a:srgbClr val="17785B"/>
                </a:solidFill>
                <a:latin typeface="Noto Sans KR"/>
                <a:ea typeface="Noto Sans KR"/>
                <a:cs typeface="Noto Sans KR"/>
              </a:defRPr>
            </a:lvl9pPr>
          </a:lstStyle>
          <a:p xmlns:a="http://schemas.openxmlformats.org/drawingml/2006/main">
            <a:pPr algn="l">
              <a:defRPr sz="2250" b="1">
                <a:solidFill>
                  <a:srgbClr val="17785B"/>
                </a:solidFill>
                <a:latin typeface="Noto Sans KR"/>
                <a:ea typeface="Noto Sans KR"/>
                <a:cs typeface="Noto Sans KR"/>
              </a:defRPr>
            </a:pPr>
            <a:r>
              <a:rPr sz="2250" b="1">
                <a:solidFill>
                  <a:srgbClr val="17785B"/>
                </a:solidFill>
                <a:latin typeface="Noto Sans KR"/>
                <a:ea typeface="Noto Sans KR"/>
                <a:cs typeface="Noto Sans KR"/>
              </a:rPr>
              <a:t>패키지 포함 부품을 다시 합산하지 않습니다.</a:t>
            </a:r>
          </a:p>
        </p:txBody>
      </p:sp>
      <p:sp>
        <p:nvSpPr>
          <p:cNvPr id="5" name="2026-10-10 확인한 등록 가격입니다.&#10;설치 견적·부가세·면적별 수량·호환성·수명은 별도 확인이 필요합니다.">
            <a:extLst xmlns:a="http://schemas.openxmlformats.org/drawingml/2006/main">
              <a:ext uri="{FF2B5EF4-FFF2-40B4-BE49-F238E27FC236}">
                <a16:creationId xmlns:a16="http://schemas.microsoft.com/office/drawing/2014/main" id="{F9CFCA10-CDA8-4E00-A1C5-751CDBD790F1}"/>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2026-10-10 확인한 등록 가격입니다.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설치 견적·부가세·면적별 수량·호환성·수명은 별도 확인이 필요합니다.</a:t>
            </a:r>
          </a:p>
        </p:txBody>
      </p:sp>
    </p:spTree>
    <p:extLst>
      <p:ext uri="{BB962C8B-B14F-4D97-AF65-F5344CB8AC3E}">
        <p14:creationId xmlns:p14="http://schemas.microsoft.com/office/powerpoint/2010/main" val="15015574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소득과 현금흐름의 계산 기준">
            <a:extLst xmlns:a="http://schemas.openxmlformats.org/drawingml/2006/main">
              <a:ext uri="{FF2B5EF4-FFF2-40B4-BE49-F238E27FC236}">
                <a16:creationId xmlns:a16="http://schemas.microsoft.com/office/drawing/2014/main" id="{31FB62A6-6709-4726-B1FD-CB9ED0A1F93F}"/>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소득과 현금흐름의 계산 기준</a:t>
            </a:r>
          </a:p>
        </p:txBody>
      </p:sp>
      <p:sp>
        <p:nvSpPr>
          <p:cNvPr id="2" name="26">
            <a:extLst xmlns:a="http://schemas.openxmlformats.org/drawingml/2006/main">
              <a:ext uri="{FF2B5EF4-FFF2-40B4-BE49-F238E27FC236}">
                <a16:creationId xmlns:a16="http://schemas.microsoft.com/office/drawing/2014/main" id="{6C4050A6-1C61-4252-99E6-5DFFCCE9C3FF}"/>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26</a:t>
            </a:r>
          </a:p>
        </p:txBody>
      </p:sp>
      <p:graphicFrame>
        <p:nvGraphicFramePr>
          <p:cNvPr id="3" name="">
            <a:extLst xmlns:a="http://schemas.openxmlformats.org/drawingml/2006/main">
              <a:ext uri="{FF2B5EF4-FFF2-40B4-BE49-F238E27FC236}">
                <a16:creationId xmlns:a16="http://schemas.microsoft.com/office/drawing/2014/main" id="{A8B8B731-F493-4218-9D31-B585DD4E99AE}"/>
              </a:ext>
            </a:extLst>
          </p:cNvPr>
          <p:cNvGraphicFramePr/>
          <p:nvPr/>
        </p:nvGraphicFramePr>
        <p:xfrm>
          <a:off xmlns:a="http://schemas.openxmlformats.org/drawingml/2006/main" x="609600" y="1790700"/>
          <a:ext xmlns:a="http://schemas.openxmlformats.org/drawingml/2006/main" cx="10972800" cy="3810000"/>
        </p:xfrm>
        <a:graphic xmlns:a="http://schemas.openxmlformats.org/drawingml/2006/main">
          <a:graphicData uri="http://schemas.openxmlformats.org/drawingml/2006/table">
            <a:tbl>
              <a:tblPr/>
              <a:tblGrid>
                <a:gridCol w="2238375"/>
                <a:gridCol w="8734425"/>
              </a:tblGrid>
              <a:tr h="762000">
                <a:tc>
                  <a:txBody>
                    <a:bodyPr lIns="114300" tIns="114300" rIns="114300" bIns="114300"/>
                    <a:lstStyle/>
                    <a:p>
                      <a:r>
                        <a:rPr sz="1725" b="1">
                          <a:solidFill>
                            <a:srgbClr val="152B33"/>
                          </a:solidFill>
                          <a:latin typeface="Noto Sans KR"/>
                          <a:ea typeface="Noto Sans KR"/>
                          <a:cs typeface="Noto Sans KR"/>
                        </a:rPr>
                        <a:t>항목</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계산 기준</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762000">
                <a:tc>
                  <a:txBody>
                    <a:bodyPr lIns="114300" tIns="114300" rIns="114300" bIns="114300"/>
                    <a:lstStyle/>
                    <a:p>
                      <a:r>
                        <a:rPr sz="1725" b="0">
                          <a:solidFill>
                            <a:srgbClr val="152B33"/>
                          </a:solidFill>
                          <a:latin typeface="Noto Sans KR"/>
                          <a:ea typeface="Noto Sans KR"/>
                          <a:cs typeface="Noto Sans KR"/>
                        </a:rPr>
                        <a:t>연간 소득</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매출 − 감가상각 포함 경영비 − 가족노동 기회비용</a:t>
                      </a:r>
                    </a:p>
                  </a:txBody>
                  <a:tcPr marL="91440" marR="91440" marT="45720" marB="45720" anchor="ctr">
                    <a:lnR w="5715">
                      <a:solidFill>
                        <a:srgbClr val="D5E0DE"/>
                      </a:solidFill>
                    </a:lnR>
                    <a:lnB w="5715">
                      <a:solidFill>
                        <a:srgbClr val="D5E0DE"/>
                      </a:solidFill>
                    </a:lnB>
                    <a:solidFill>
                      <a:srgbClr val="FFFFFF"/>
                    </a:solidFill>
                  </a:tcPr>
                </a:tc>
              </a:tr>
              <a:tr h="762000">
                <a:tc>
                  <a:txBody>
                    <a:bodyPr lIns="114300" tIns="114300" rIns="114300" bIns="114300"/>
                    <a:lstStyle/>
                    <a:p>
                      <a:r>
                        <a:rPr sz="1725" b="0">
                          <a:solidFill>
                            <a:srgbClr val="152B33"/>
                          </a:solidFill>
                          <a:latin typeface="Noto Sans KR"/>
                          <a:ea typeface="Noto Sans KR"/>
                          <a:cs typeface="Noto Sans KR"/>
                        </a:rPr>
                        <a:t>현금흐름</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매출 − 현금 운영비 − 투자·교체 지출</a:t>
                      </a:r>
                    </a:p>
                  </a:txBody>
                  <a:tcPr marL="91440" marR="91440" marT="45720" marB="45720" anchor="ctr">
                    <a:lnR w="5715">
                      <a:solidFill>
                        <a:srgbClr val="D5E0DE"/>
                      </a:solidFill>
                    </a:lnR>
                    <a:lnB w="5715">
                      <a:solidFill>
                        <a:srgbClr val="D5E0DE"/>
                      </a:solidFill>
                    </a:lnB>
                    <a:solidFill>
                      <a:srgbClr val="FFFFFF"/>
                    </a:solidFill>
                  </a:tcPr>
                </a:tc>
              </a:tr>
              <a:tr h="762000">
                <a:tc>
                  <a:txBody>
                    <a:bodyPr lIns="114300" tIns="114300" rIns="114300" bIns="114300"/>
                    <a:lstStyle/>
                    <a:p>
                      <a:r>
                        <a:rPr sz="1725" b="0">
                          <a:solidFill>
                            <a:srgbClr val="152B33"/>
                          </a:solidFill>
                          <a:latin typeface="Noto Sans KR"/>
                          <a:ea typeface="Noto Sans KR"/>
                          <a:cs typeface="Noto Sans KR"/>
                        </a:rPr>
                        <a:t>기준 예시</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매출 3,634.80만원 / 경영비 2,078.30만원</a:t>
                      </a:r>
                    </a:p>
                    <a:p>
                      <a:r>
                        <a:rPr sz="1725" b="0">
                          <a:solidFill>
                            <a:srgbClr val="152B33"/>
                          </a:solidFill>
                          <a:latin typeface="Noto Sans KR"/>
                          <a:ea typeface="Noto Sans KR"/>
                          <a:cs typeface="Noto Sans KR"/>
                        </a:rPr>
                        <a:t>가족노동 1,209.83만원 / 연소득 346.68만원</a:t>
                      </a:r>
                    </a:p>
                  </a:txBody>
                  <a:tcPr marL="91440" marR="91440" marT="45720" marB="45720" anchor="ctr">
                    <a:lnR w="5715">
                      <a:solidFill>
                        <a:srgbClr val="D5E0DE"/>
                      </a:solidFill>
                    </a:lnR>
                    <a:lnB w="5715">
                      <a:solidFill>
                        <a:srgbClr val="D5E0DE"/>
                      </a:solidFill>
                    </a:lnB>
                    <a:solidFill>
                      <a:srgbClr val="FFFFFF"/>
                    </a:solidFill>
                  </a:tcPr>
                </a:tc>
              </a:tr>
              <a:tr h="762000">
                <a:tc>
                  <a:txBody>
                    <a:bodyPr lIns="114300" tIns="114300" rIns="114300" bIns="114300"/>
                    <a:lstStyle/>
                    <a:p>
                      <a:r>
                        <a:rPr sz="1725" b="0">
                          <a:solidFill>
                            <a:srgbClr val="152B33"/>
                          </a:solidFill>
                          <a:latin typeface="Noto Sans KR"/>
                          <a:ea typeface="Noto Sans KR"/>
                          <a:cs typeface="Noto Sans KR"/>
                        </a:rPr>
                        <a:t>해석 범위</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신설: 전체 투자</a:t>
                      </a:r>
                    </a:p>
                    <a:p>
                      <a:r>
                        <a:rPr sz="1725" b="0">
                          <a:solidFill>
                            <a:srgbClr val="152B33"/>
                          </a:solidFill>
                          <a:latin typeface="Noto Sans KR"/>
                          <a:ea typeface="Noto Sans KR"/>
                          <a:cs typeface="Noto Sans KR"/>
                        </a:rPr>
                        <a:t>기존 시설 개량: 기존 유지 대비 차이</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세금·대출·보조금·운전자금·기말 처분가치는 이 시연에서 제외했습니다.">
            <a:extLst xmlns:a="http://schemas.openxmlformats.org/drawingml/2006/main">
              <a:ext uri="{FF2B5EF4-FFF2-40B4-BE49-F238E27FC236}">
                <a16:creationId xmlns:a16="http://schemas.microsoft.com/office/drawing/2014/main" id="{EA42A185-2FA7-4728-BFCA-8B5A8DD424F6}"/>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세금·대출·보조금·운전자금·기말 처분가치는 이 시연에서 제외했습니다.</a:t>
            </a:r>
          </a:p>
        </p:txBody>
      </p:sp>
    </p:spTree>
    <p:extLst>
      <p:ext uri="{BB962C8B-B14F-4D97-AF65-F5344CB8AC3E}">
        <p14:creationId xmlns:p14="http://schemas.microsoft.com/office/powerpoint/2010/main" val="23713356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가격·기후 참고값을 계산에 연결">
            <a:extLst xmlns:a="http://schemas.openxmlformats.org/drawingml/2006/main">
              <a:ext uri="{FF2B5EF4-FFF2-40B4-BE49-F238E27FC236}">
                <a16:creationId xmlns:a16="http://schemas.microsoft.com/office/drawing/2014/main" id="{23DF25B0-CFFF-4628-B421-C0D898B19DAD}"/>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가격·기후 참고값을 계산에 연결</a:t>
            </a:r>
          </a:p>
        </p:txBody>
      </p:sp>
      <p:sp>
        <p:nvSpPr>
          <p:cNvPr id="2" name="27">
            <a:extLst xmlns:a="http://schemas.openxmlformats.org/drawingml/2006/main">
              <a:ext uri="{FF2B5EF4-FFF2-40B4-BE49-F238E27FC236}">
                <a16:creationId xmlns:a16="http://schemas.microsoft.com/office/drawing/2014/main" id="{ADD87E71-D7F6-44B6-BD78-4CBF0D4387C3}"/>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27</a:t>
            </a:r>
          </a:p>
        </p:txBody>
      </p:sp>
      <p:graphicFrame>
        <p:nvGraphicFramePr>
          <p:cNvPr id="3" name="">
            <a:extLst xmlns:a="http://schemas.openxmlformats.org/drawingml/2006/main">
              <a:ext uri="{FF2B5EF4-FFF2-40B4-BE49-F238E27FC236}">
                <a16:creationId xmlns:a16="http://schemas.microsoft.com/office/drawing/2014/main" id="{EDC7E6B5-DD24-4AAD-84F5-5370D75BC2C5}"/>
              </a:ext>
            </a:extLst>
          </p:cNvPr>
          <p:cNvGraphicFramePr/>
          <p:nvPr/>
        </p:nvGraphicFramePr>
        <p:xfrm>
          <a:off xmlns:a="http://schemas.openxmlformats.org/drawingml/2006/main" x="609600" y="1790700"/>
          <a:ext xmlns:a="http://schemas.openxmlformats.org/drawingml/2006/main" cx="10972800" cy="3733800"/>
        </p:xfrm>
        <a:graphic xmlns:a="http://schemas.openxmlformats.org/drawingml/2006/main">
          <a:graphicData uri="http://schemas.openxmlformats.org/drawingml/2006/table">
            <a:tbl>
              <a:tblPr/>
              <a:tblGrid>
                <a:gridCol w="2571750"/>
                <a:gridCol w="8401050"/>
              </a:tblGrid>
              <a:tr h="933450">
                <a:tc>
                  <a:txBody>
                    <a:bodyPr lIns="114300" tIns="114300" rIns="114300" bIns="114300"/>
                    <a:lstStyle/>
                    <a:p>
                      <a:r>
                        <a:rPr sz="1800" b="1">
                          <a:solidFill>
                            <a:srgbClr val="152B33"/>
                          </a:solidFill>
                          <a:latin typeface="Noto Sans KR"/>
                          <a:ea typeface="Noto Sans KR"/>
                          <a:cs typeface="Noto Sans KR"/>
                        </a:rPr>
                        <a:t>연결 요소</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800" b="1">
                          <a:solidFill>
                            <a:srgbClr val="152B33"/>
                          </a:solidFill>
                          <a:latin typeface="Noto Sans KR"/>
                          <a:ea typeface="Noto Sans KR"/>
                          <a:cs typeface="Noto Sans KR"/>
                        </a:rPr>
                        <a:t>시연에서 사용한 가정</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933450">
                <a:tc>
                  <a:txBody>
                    <a:bodyPr lIns="114300" tIns="114300" rIns="114300" bIns="114300"/>
                    <a:lstStyle/>
                    <a:p>
                      <a:r>
                        <a:rPr sz="1800" b="0">
                          <a:solidFill>
                            <a:srgbClr val="152B33"/>
                          </a:solidFill>
                          <a:latin typeface="Noto Sans KR"/>
                          <a:ea typeface="Noto Sans KR"/>
                          <a:cs typeface="Noto Sans KR"/>
                        </a:rPr>
                        <a:t>가격</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2025년 말 기준 2026년 전망의 5개월 평균 비율</a:t>
                      </a:r>
                    </a:p>
                    <a:p>
                      <a:r>
                        <a:rPr sz="1800" b="0">
                          <a:solidFill>
                            <a:srgbClr val="152B33"/>
                          </a:solidFill>
                          <a:latin typeface="Noto Sans KR"/>
                          <a:ea typeface="Noto Sans KR"/>
                          <a:cs typeface="Noto Sans KR"/>
                        </a:rPr>
                        <a:t>1.08599배를 농가 수취단가에 전달</a:t>
                      </a:r>
                    </a:p>
                  </a:txBody>
                  <a:tcPr marL="91440" marR="91440" marT="45720" marB="45720" anchor="ctr">
                    <a:lnR w="5715">
                      <a:solidFill>
                        <a:srgbClr val="D5E0DE"/>
                      </a:solidFill>
                    </a:lnR>
                    <a:lnB w="5715">
                      <a:solidFill>
                        <a:srgbClr val="D5E0DE"/>
                      </a:solidFill>
                    </a:lnB>
                    <a:solidFill>
                      <a:srgbClr val="FFFFFF"/>
                    </a:solidFill>
                  </a:tcPr>
                </a:tc>
              </a:tr>
              <a:tr h="933450">
                <a:tc>
                  <a:txBody>
                    <a:bodyPr lIns="114300" tIns="114300" rIns="114300" bIns="114300"/>
                    <a:lstStyle/>
                    <a:p>
                      <a:r>
                        <a:rPr sz="1800" b="0">
                          <a:solidFill>
                            <a:srgbClr val="152B33"/>
                          </a:solidFill>
                          <a:latin typeface="Noto Sans KR"/>
                          <a:ea typeface="Noto Sans KR"/>
                          <a:cs typeface="Noto Sans KR"/>
                        </a:rPr>
                        <a:t>기후</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대구 1월 평년 1.1°C · 강수 18.6mm 참고</a:t>
                      </a:r>
                    </a:p>
                    <a:p>
                      <a:r>
                        <a:rPr sz="1800" b="0">
                          <a:solidFill>
                            <a:srgbClr val="152B33"/>
                          </a:solidFill>
                          <a:latin typeface="Noto Sans KR"/>
                          <a:ea typeface="Noto Sans KR"/>
                          <a:cs typeface="Noto Sans KR"/>
                        </a:rPr>
                        <a:t>사용자 설정: 수량 −10% · 현금 운영비 +15%</a:t>
                      </a:r>
                    </a:p>
                  </a:txBody>
                  <a:tcPr marL="91440" marR="91440" marT="45720" marB="45720" anchor="ctr">
                    <a:lnR w="5715">
                      <a:solidFill>
                        <a:srgbClr val="D5E0DE"/>
                      </a:solidFill>
                    </a:lnR>
                    <a:lnB w="5715">
                      <a:solidFill>
                        <a:srgbClr val="D5E0DE"/>
                      </a:solidFill>
                    </a:lnB>
                    <a:solidFill>
                      <a:srgbClr val="FFFFFF"/>
                    </a:solidFill>
                  </a:tcPr>
                </a:tc>
              </a:tr>
              <a:tr h="933450">
                <a:tc>
                  <a:txBody>
                    <a:bodyPr lIns="114300" tIns="114300" rIns="114300" bIns="114300"/>
                    <a:lstStyle/>
                    <a:p>
                      <a:r>
                        <a:rPr sz="1800" b="0">
                          <a:solidFill>
                            <a:srgbClr val="152B33"/>
                          </a:solidFill>
                          <a:latin typeface="Noto Sans KR"/>
                          <a:ea typeface="Noto Sans KR"/>
                          <a:cs typeface="Noto Sans KR"/>
                        </a:rPr>
                        <a:t>두 가정 적용 결과</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800" b="0">
                          <a:solidFill>
                            <a:srgbClr val="152B33"/>
                          </a:solidFill>
                          <a:latin typeface="Noto Sans KR"/>
                          <a:ea typeface="Noto Sans KR"/>
                          <a:cs typeface="Noto Sans KR"/>
                        </a:rPr>
                        <a:t>가족노동 차감 후 소득 24.60만원</a:t>
                      </a:r>
                    </a:p>
                    <a:p>
                      <a:r>
                        <a:rPr sz="1800" b="0">
                          <a:solidFill>
                            <a:srgbClr val="152B33"/>
                          </a:solidFill>
                          <a:latin typeface="Noto Sans KR"/>
                          <a:ea typeface="Noto Sans KR"/>
                          <a:cs typeface="Noto Sans KR"/>
                        </a:rPr>
                        <a:t>가족노동 차감 전 현금흐름 기준 7년 회수</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실시간 기상예보나 2027년 가격 예측이 아닙니다.&#10;기후 효과·도매가격 전달률을 학습한 인과모델도 아닙니다.">
            <a:extLst xmlns:a="http://schemas.openxmlformats.org/drawingml/2006/main">
              <a:ext uri="{FF2B5EF4-FFF2-40B4-BE49-F238E27FC236}">
                <a16:creationId xmlns:a16="http://schemas.microsoft.com/office/drawing/2014/main" id="{BF9969B0-DA72-4FA7-8BFA-F11E4C75C207}"/>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실시간 기상예보나 2027년 가격 예측이 아닙니다.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기후 효과·도매가격 전달률을 학습한 인과모델도 아닙니다.</a:t>
            </a:r>
          </a:p>
        </p:txBody>
      </p:sp>
    </p:spTree>
    <p:extLst>
      <p:ext uri="{BB962C8B-B14F-4D97-AF65-F5344CB8AC3E}">
        <p14:creationId xmlns:p14="http://schemas.microsoft.com/office/powerpoint/2010/main" val="175719436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민감도 가정과 남은 검증">
            <a:extLst xmlns:a="http://schemas.openxmlformats.org/drawingml/2006/main">
              <a:ext uri="{FF2B5EF4-FFF2-40B4-BE49-F238E27FC236}">
                <a16:creationId xmlns:a16="http://schemas.microsoft.com/office/drawing/2014/main" id="{904C060C-5639-4A60-97B7-14D38301CACE}"/>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민감도 가정과 남은 검증</a:t>
            </a:r>
          </a:p>
        </p:txBody>
      </p:sp>
      <p:sp>
        <p:nvSpPr>
          <p:cNvPr id="2" name="28">
            <a:extLst xmlns:a="http://schemas.openxmlformats.org/drawingml/2006/main">
              <a:ext uri="{FF2B5EF4-FFF2-40B4-BE49-F238E27FC236}">
                <a16:creationId xmlns:a16="http://schemas.microsoft.com/office/drawing/2014/main" id="{9D0A870A-68B2-4503-86E9-9EECB5D382BC}"/>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28</a:t>
            </a:r>
          </a:p>
        </p:txBody>
      </p:sp>
      <p:graphicFrame>
        <p:nvGraphicFramePr>
          <p:cNvPr id="3" name="">
            <a:extLst xmlns:a="http://schemas.openxmlformats.org/drawingml/2006/main">
              <a:ext uri="{FF2B5EF4-FFF2-40B4-BE49-F238E27FC236}">
                <a16:creationId xmlns:a16="http://schemas.microsoft.com/office/drawing/2014/main" id="{93369B6A-85AE-43E5-B22F-36741E3DCD5F}"/>
              </a:ext>
            </a:extLst>
          </p:cNvPr>
          <p:cNvGraphicFramePr/>
          <p:nvPr/>
        </p:nvGraphicFramePr>
        <p:xfrm>
          <a:off xmlns:a="http://schemas.openxmlformats.org/drawingml/2006/main" x="609600" y="1790700"/>
          <a:ext xmlns:a="http://schemas.openxmlformats.org/drawingml/2006/main" cx="10972800" cy="3810000"/>
        </p:xfrm>
        <a:graphic xmlns:a="http://schemas.openxmlformats.org/drawingml/2006/main">
          <a:graphicData uri="http://schemas.openxmlformats.org/drawingml/2006/table">
            <a:tbl>
              <a:tblPr/>
              <a:tblGrid>
                <a:gridCol w="2381250"/>
                <a:gridCol w="8591550"/>
              </a:tblGrid>
              <a:tr h="762000">
                <a:tc>
                  <a:txBody>
                    <a:bodyPr lIns="114300" tIns="114300" rIns="114300" bIns="114300"/>
                    <a:lstStyle/>
                    <a:p>
                      <a:r>
                        <a:rPr sz="1725" b="1">
                          <a:solidFill>
                            <a:srgbClr val="152B33"/>
                          </a:solidFill>
                          <a:latin typeface="Noto Sans KR"/>
                          <a:ea typeface="Noto Sans KR"/>
                          <a:cs typeface="Noto Sans KR"/>
                        </a:rPr>
                        <a:t>항목</a:t>
                      </a:r>
                    </a:p>
                  </a:txBody>
                  <a:tcPr marL="91440" marR="91440" marT="45720" marB="45720" anchor="ctr">
                    <a:lnL w="5715">
                      <a:solidFill>
                        <a:srgbClr val="D5E0DE"/>
                      </a:solidFill>
                    </a:lnL>
                    <a:lnR w="5715">
                      <a:solidFill>
                        <a:srgbClr val="D5E0DE"/>
                      </a:solidFill>
                    </a:lnR>
                    <a:lnT w="5715">
                      <a:solidFill>
                        <a:srgbClr val="D5E0DE"/>
                      </a:solidFill>
                    </a:lnT>
                    <a:lnB w="5715">
                      <a:solidFill>
                        <a:srgbClr val="D5E0DE"/>
                      </a:solidFill>
                    </a:lnB>
                    <a:solidFill>
                      <a:srgbClr val="F0F5F3"/>
                    </a:solidFill>
                  </a:tcPr>
                </a:tc>
                <a:tc>
                  <a:txBody>
                    <a:bodyPr lIns="114300" tIns="114300" rIns="114300" bIns="114300"/>
                    <a:lstStyle/>
                    <a:p>
                      <a:r>
                        <a:rPr sz="1725" b="1">
                          <a:solidFill>
                            <a:srgbClr val="152B33"/>
                          </a:solidFill>
                          <a:latin typeface="Noto Sans KR"/>
                          <a:ea typeface="Noto Sans KR"/>
                          <a:cs typeface="Noto Sans KR"/>
                        </a:rPr>
                        <a:t>가정·해석</a:t>
                      </a:r>
                    </a:p>
                  </a:txBody>
                  <a:tcPr marL="91440" marR="91440" marT="45720" marB="45720" anchor="ctr">
                    <a:lnR w="5715">
                      <a:solidFill>
                        <a:srgbClr val="D5E0DE"/>
                      </a:solidFill>
                    </a:lnR>
                    <a:lnT w="5715">
                      <a:solidFill>
                        <a:srgbClr val="D5E0DE"/>
                      </a:solidFill>
                    </a:lnT>
                    <a:lnB w="5715">
                      <a:solidFill>
                        <a:srgbClr val="D5E0DE"/>
                      </a:solidFill>
                    </a:lnB>
                    <a:solidFill>
                      <a:srgbClr val="F0F5F3"/>
                    </a:solidFill>
                  </a:tcPr>
                </a:tc>
              </a:tr>
              <a:tr h="762000">
                <a:tc>
                  <a:txBody>
                    <a:bodyPr lIns="114300" tIns="114300" rIns="114300" bIns="114300"/>
                    <a:lstStyle/>
                    <a:p>
                      <a:r>
                        <a:rPr sz="1725" b="0">
                          <a:solidFill>
                            <a:srgbClr val="152B33"/>
                          </a:solidFill>
                          <a:latin typeface="Noto Sans KR"/>
                          <a:ea typeface="Noto Sans KR"/>
                          <a:cs typeface="Noto Sans KR"/>
                        </a:rPr>
                        <a:t>민감도 2,000회</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수량 ±10% · 가격 ±20% · 현금비용 ±10%</a:t>
                      </a:r>
                    </a:p>
                    <a:p>
                      <a:r>
                        <a:rPr sz="1725" b="0">
                          <a:solidFill>
                            <a:srgbClr val="152B33"/>
                          </a:solidFill>
                          <a:latin typeface="Noto Sans KR"/>
                          <a:ea typeface="Noto Sans KR"/>
                          <a:cs typeface="Noto Sans KR"/>
                        </a:rPr>
                        <a:t>독립 삼각분포에서 뽑은 가정 조합</a:t>
                      </a:r>
                    </a:p>
                  </a:txBody>
                  <a:tcPr marL="91440" marR="91440" marT="45720" marB="45720" anchor="ctr">
                    <a:lnR w="5715">
                      <a:solidFill>
                        <a:srgbClr val="D5E0DE"/>
                      </a:solidFill>
                    </a:lnR>
                    <a:lnB w="5715">
                      <a:solidFill>
                        <a:srgbClr val="D5E0DE"/>
                      </a:solidFill>
                    </a:lnB>
                    <a:solidFill>
                      <a:srgbClr val="FFFFFF"/>
                    </a:solidFill>
                  </a:tcPr>
                </a:tc>
              </a:tr>
              <a:tr h="762000">
                <a:tc>
                  <a:txBody>
                    <a:bodyPr lIns="114300" tIns="114300" rIns="114300" bIns="114300"/>
                    <a:lstStyle/>
                    <a:p>
                      <a:r>
                        <a:rPr sz="1725" b="0">
                          <a:solidFill>
                            <a:srgbClr val="152B33"/>
                          </a:solidFill>
                          <a:latin typeface="Noto Sans KR"/>
                          <a:ea typeface="Noto Sans KR"/>
                          <a:cs typeface="Noto Sans KR"/>
                        </a:rPr>
                        <a:t>10년 계산</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할인율 4% · 연간 조건 고정 · 장비 교체비 0</a:t>
                      </a:r>
                    </a:p>
                  </a:txBody>
                  <a:tcPr marL="91440" marR="91440" marT="45720" marB="45720" anchor="ctr">
                    <a:lnR w="5715">
                      <a:solidFill>
                        <a:srgbClr val="D5E0DE"/>
                      </a:solidFill>
                    </a:lnR>
                    <a:lnB w="5715">
                      <a:solidFill>
                        <a:srgbClr val="D5E0DE"/>
                      </a:solidFill>
                    </a:lnB>
                    <a:solidFill>
                      <a:srgbClr val="FFFFFF"/>
                    </a:solidFill>
                  </a:tcPr>
                </a:tc>
              </a:tr>
              <a:tr h="762000">
                <a:tc>
                  <a:txBody>
                    <a:bodyPr lIns="114300" tIns="114300" rIns="114300" bIns="114300"/>
                    <a:lstStyle/>
                    <a:p>
                      <a:r>
                        <a:rPr sz="1725" b="0">
                          <a:solidFill>
                            <a:srgbClr val="152B33"/>
                          </a:solidFill>
                          <a:latin typeface="Noto Sans KR"/>
                          <a:ea typeface="Noto Sans KR"/>
                          <a:cs typeface="Noto Sans KR"/>
                        </a:rPr>
                        <a:t>결과의 의미</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백분위는 가정에 따른 계산 결과의 분포</a:t>
                      </a:r>
                    </a:p>
                    <a:p>
                      <a:r>
                        <a:rPr sz="1725" b="0">
                          <a:solidFill>
                            <a:srgbClr val="152B33"/>
                          </a:solidFill>
                          <a:latin typeface="Noto Sans KR"/>
                          <a:ea typeface="Noto Sans KR"/>
                          <a:cs typeface="Noto Sans KR"/>
                        </a:rPr>
                        <a:t>실제 성공확률·검증된 예측구간은 미확보</a:t>
                      </a:r>
                    </a:p>
                  </a:txBody>
                  <a:tcPr marL="91440" marR="91440" marT="45720" marB="45720" anchor="ctr">
                    <a:lnR w="5715">
                      <a:solidFill>
                        <a:srgbClr val="D5E0DE"/>
                      </a:solidFill>
                    </a:lnR>
                    <a:lnB w="5715">
                      <a:solidFill>
                        <a:srgbClr val="D5E0DE"/>
                      </a:solidFill>
                    </a:lnB>
                    <a:solidFill>
                      <a:srgbClr val="FFFFFF"/>
                    </a:solidFill>
                  </a:tcPr>
                </a:tc>
              </a:tr>
              <a:tr h="762000">
                <a:tc>
                  <a:txBody>
                    <a:bodyPr lIns="114300" tIns="114300" rIns="114300" bIns="114300"/>
                    <a:lstStyle/>
                    <a:p>
                      <a:r>
                        <a:rPr sz="1725" b="0">
                          <a:solidFill>
                            <a:srgbClr val="152B33"/>
                          </a:solidFill>
                          <a:latin typeface="Noto Sans KR"/>
                          <a:ea typeface="Noto Sans KR"/>
                          <a:cs typeface="Noto Sans KR"/>
                        </a:rPr>
                        <a:t>추가 확인</a:t>
                      </a:r>
                    </a:p>
                  </a:txBody>
                  <a:tcPr marL="91440" marR="91440" marT="45720" marB="45720" anchor="ctr">
                    <a:lnL w="5715">
                      <a:solidFill>
                        <a:srgbClr val="D5E0DE"/>
                      </a:solidFill>
                    </a:lnL>
                    <a:lnR w="5715">
                      <a:solidFill>
                        <a:srgbClr val="D5E0DE"/>
                      </a:solidFill>
                    </a:lnR>
                    <a:lnB w="5715">
                      <a:solidFill>
                        <a:srgbClr val="D5E0DE"/>
                      </a:solidFill>
                    </a:lnB>
                    <a:solidFill>
                      <a:srgbClr val="FFFFFF"/>
                    </a:solidFill>
                  </a:tcPr>
                </a:tc>
                <a:tc>
                  <a:txBody>
                    <a:bodyPr lIns="114300" tIns="114300" rIns="114300" bIns="114300"/>
                    <a:lstStyle/>
                    <a:p>
                      <a:r>
                        <a:rPr sz="1725" b="0">
                          <a:solidFill>
                            <a:srgbClr val="152B33"/>
                          </a:solidFill>
                          <a:latin typeface="Noto Sans KR"/>
                          <a:ea typeface="Noto Sans KR"/>
                          <a:cs typeface="Noto Sans KR"/>
                        </a:rPr>
                        <a:t>안심구역 원자료 · 비용 기간 · 실제 견적</a:t>
                      </a:r>
                    </a:p>
                    <a:p>
                      <a:r>
                        <a:rPr sz="1725" b="0">
                          <a:solidFill>
                            <a:srgbClr val="152B33"/>
                          </a:solidFill>
                          <a:latin typeface="Noto Sans KR"/>
                          <a:ea typeface="Noto Sans KR"/>
                          <a:cs typeface="Noto Sans KR"/>
                        </a:rPr>
                        <a:t>장비 도입 이력 · 미래 연도·새 농가 검증</a:t>
                      </a:r>
                    </a:p>
                  </a:txBody>
                  <a:tcPr marL="91440" marR="91440" marT="45720" marB="45720" anchor="ctr">
                    <a:lnR w="5715">
                      <a:solidFill>
                        <a:srgbClr val="D5E0DE"/>
                      </a:solidFill>
                    </a:lnR>
                    <a:lnB w="5715">
                      <a:solidFill>
                        <a:srgbClr val="D5E0DE"/>
                      </a:solidFill>
                    </a:lnB>
                    <a:solidFill>
                      <a:srgbClr val="FFFFFF"/>
                    </a:solidFill>
                  </a:tcPr>
                </a:tc>
              </a:tr>
            </a:tbl>
          </a:graphicData>
        </a:graphic>
      </p:graphicFrame>
      <p:sp>
        <p:nvSpPr>
          <p:cNvPr id="4" name="각 장의 발표자 노트에 근거 파일과 상세 가정을 수록했습니다.">
            <a:extLst xmlns:a="http://schemas.openxmlformats.org/drawingml/2006/main">
              <a:ext uri="{FF2B5EF4-FFF2-40B4-BE49-F238E27FC236}">
                <a16:creationId xmlns:a16="http://schemas.microsoft.com/office/drawing/2014/main" id="{229A896B-5998-4CE8-B85B-DD4B0B17BAA1}"/>
              </a:ext>
            </a:extLst>
          </p:cNvPr>
          <p:cNvSpPr>
            <a:spLocks xmlns:a="http://schemas.openxmlformats.org/drawingml/2006/main" noGrp="1"/>
          </p:cNvSpPr>
          <p:nvPr/>
        </p:nvSpPr>
        <p:spPr>
          <a:xfrm xmlns:a="http://schemas.openxmlformats.org/drawingml/2006/main">
            <a:off x="609600" y="59150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각 장의 발표자 노트에 근거 파일과 상세 가정을 수록했습니다.</a:t>
            </a:r>
          </a:p>
        </p:txBody>
      </p:sp>
    </p:spTree>
    <p:extLst>
      <p:ext uri="{BB962C8B-B14F-4D97-AF65-F5344CB8AC3E}">
        <p14:creationId xmlns:p14="http://schemas.microsoft.com/office/powerpoint/2010/main" val="636047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2026-10-17T09:21:02.3280000Z</dcterms:created>
  <dcterms:modified xsi:type="dcterms:W3CDTF">2026-10-17T09:21:02.3280000Z</dcterms:modified>
</coreProperties>
</file>